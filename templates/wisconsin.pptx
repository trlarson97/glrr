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4239"/>
    <a:srgbClr val="E3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 autoAdjust="0"/>
    <p:restoredTop sz="94660"/>
  </p:normalViewPr>
  <p:slideViewPr>
    <p:cSldViewPr snapToGrid="0">
      <p:cViewPr varScale="1">
        <p:scale>
          <a:sx n="68" d="100"/>
          <a:sy n="68" d="100"/>
        </p:scale>
        <p:origin x="9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Larson" userId="4b3da38e10b3d877" providerId="LiveId" clId="{01E22E85-8F7F-41C5-876F-1BA2ED882EBC}"/>
    <pc:docChg chg="custSel modSld">
      <pc:chgData name="Thomas Larson" userId="4b3da38e10b3d877" providerId="LiveId" clId="{01E22E85-8F7F-41C5-876F-1BA2ED882EBC}" dt="2026-06-08T02:31:56.616" v="6" actId="207"/>
      <pc:docMkLst>
        <pc:docMk/>
      </pc:docMkLst>
      <pc:sldChg chg="addSp delSp modSp mod">
        <pc:chgData name="Thomas Larson" userId="4b3da38e10b3d877" providerId="LiveId" clId="{01E22E85-8F7F-41C5-876F-1BA2ED882EBC}" dt="2026-06-08T02:31:56.616" v="6" actId="207"/>
        <pc:sldMkLst>
          <pc:docMk/>
          <pc:sldMk cId="3983658676" sldId="256"/>
        </pc:sldMkLst>
        <pc:spChg chg="mod">
          <ac:chgData name="Thomas Larson" userId="4b3da38e10b3d877" providerId="LiveId" clId="{01E22E85-8F7F-41C5-876F-1BA2ED882EBC}" dt="2026-06-08T02:31:56.616" v="6" actId="207"/>
          <ac:spMkLst>
            <pc:docMk/>
            <pc:sldMk cId="3983658676" sldId="256"/>
            <ac:spMk id="32" creationId="{AB2111DE-DC7B-C550-2710-7DF910FAE6FA}"/>
          </ac:spMkLst>
        </pc:spChg>
        <pc:picChg chg="add mod ord">
          <ac:chgData name="Thomas Larson" userId="4b3da38e10b3d877" providerId="LiveId" clId="{01E22E85-8F7F-41C5-876F-1BA2ED882EBC}" dt="2026-06-08T02:31:47.091" v="4" actId="27614"/>
          <ac:picMkLst>
            <pc:docMk/>
            <pc:sldMk cId="3983658676" sldId="256"/>
            <ac:picMk id="12" creationId="{B0EAB195-7C08-3554-2C6B-79BF66FB1E97}"/>
          </ac:picMkLst>
        </pc:picChg>
        <pc:picChg chg="del">
          <ac:chgData name="Thomas Larson" userId="4b3da38e10b3d877" providerId="LiveId" clId="{01E22E85-8F7F-41C5-876F-1BA2ED882EBC}" dt="2026-06-08T02:31:20.288" v="0" actId="478"/>
          <ac:picMkLst>
            <pc:docMk/>
            <pc:sldMk cId="3983658676" sldId="256"/>
            <ac:picMk id="18" creationId="{92B3666A-513A-AC7F-76EE-0F7A89D8B18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C5E1-03E6-D45D-AB80-6442E00DE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2A6F8-6447-C1F4-2991-29413DEAE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BCB93-6669-32E2-74D4-B121FDDAB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606CF-4424-8ECD-5ED9-F43D305F2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FE8E5-D919-5A82-3210-76205DEF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084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7C7DA-AE2D-AD26-08F4-2DDFE500A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322EA-ACD4-A360-EF33-B4734F0D0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A7A29-30AD-E43E-614A-CC3C75D77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38D027-63F3-3D59-48EB-A6B25B64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526162-EA5E-E639-8CFB-987476E50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29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5750-2195-3ACC-4A2C-C69251532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A1C8F-F766-91F8-921C-3EB034375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62241-4990-D12A-5930-3960940A4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C1514-74A5-3F79-588A-111E8E5B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27788D-0916-8F17-D665-97F5A155E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5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4EA57-5E6E-11DD-56FD-84E4F0977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E6BD1-FDB0-61BB-7DBA-1243C774AA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4241E-2991-8E83-0A44-8100B5210B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40A52-F7A1-9EE8-53AC-8A1BE03D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92107-7827-3404-7700-71C8D0B4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E607D-E02D-5634-410F-36F5BD594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971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9606-4579-5BF5-0A30-102036EC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D6058-EDBE-6617-B1E3-EAAE3A2A4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6E41F5-CC74-EFC4-C8C1-E6ED19B792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B72C9D-D962-0733-65E9-D2FA06BBC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A7B7F-F6FE-1858-A0CF-D8B57CC317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376B0-770E-432D-2B31-6CA3B14C7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B782A-AC4D-8ED2-FFE8-BA29BC852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CAF765-C449-6769-E658-249561728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993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11926-DB02-8A11-F723-006F956A5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2C6579-3712-0042-AE30-1B32C04A4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5D50B1-96DB-C3FD-F0AF-81962986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20D11-C7B1-82F1-3796-0DEE09DFB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4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BB5921-A9DC-B05B-0759-F699795EC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1AE2A-DB63-539A-38D8-86CEFD961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EF945-A210-E065-8DDB-E97312A4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2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0346B-B874-5110-E210-E1DF610A0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48C30-4D6A-6F99-C3F9-37F1DBCB0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7A29D9-EC2D-241C-1A10-59529461ED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E587C-7288-C2F3-762A-A6463663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BA4EE-F6E3-2116-96CF-1665FA518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46784-A490-A9AC-647A-0A93552C9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28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EEB1-9695-B8DA-CA86-C9B17F4D6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DB851-D91E-7BEA-E963-5934F6101F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98428-1853-183E-4DA1-7BC17F4B3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37DD5-1761-3F36-CC40-2680551B5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CD737B-D04C-F49E-2B5E-A25755CE7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4AE14-CF90-D8F0-51F0-9D5DEC7EB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7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9586-47A6-09DF-5BFB-1EC1B5C2B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33AC6-1D7B-7A96-1B71-CA5FF1AD0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8A04CC-2233-F6EA-A5C0-7C86F5F28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676F2-04A9-01B4-CC50-CD3238D97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8A9D7-0346-3F05-A806-58D553F06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85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7DD10-22E7-A7DF-E1C6-7A6D6CBAAD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67E94-E75F-F1ED-F750-291E56240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003A4-9988-0136-531E-B2706E579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2D185-A63E-5130-4483-B45D94B39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F1EA9-48C0-5E7F-D5E7-3F102184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832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924B25-CF7B-6900-B173-F3A9DAF84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552DE-5179-66F5-4633-092C179BF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0A4F-FA97-0A05-E255-81F6FCB621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7C04B-9169-4683-8A81-F1DCBE16E8B3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2A559-8F7E-9B89-A2DB-0A55B34962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FF946-79FE-8B59-2F12-9076CB126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95B46-B38E-4087-9CAC-74E9E7D87E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19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FIFA&#10;&#10;AI-generated content may be incorrect.">
            <a:extLst>
              <a:ext uri="{FF2B5EF4-FFF2-40B4-BE49-F238E27FC236}">
                <a16:creationId xmlns:a16="http://schemas.microsoft.com/office/drawing/2014/main" id="{B0EAB195-7C08-3554-2C6B-79BF66FB1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FA5EE68-54CC-1CA5-1B2D-2C2547727A55}"/>
              </a:ext>
            </a:extLst>
          </p:cNvPr>
          <p:cNvSpPr>
            <a:spLocks noChangeAspect="1"/>
          </p:cNvSpPr>
          <p:nvPr/>
        </p:nvSpPr>
        <p:spPr>
          <a:xfrm>
            <a:off x="2667000" y="0"/>
            <a:ext cx="6858000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FF223-94CE-D4C2-55F8-36299FDA9D20}"/>
              </a:ext>
            </a:extLst>
          </p:cNvPr>
          <p:cNvSpPr txBox="1"/>
          <p:nvPr/>
        </p:nvSpPr>
        <p:spPr>
          <a:xfrm>
            <a:off x="3329178" y="1050799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{{name_1}}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B6695D-CAF6-431B-1AEB-E193C037B952}"/>
              </a:ext>
            </a:extLst>
          </p:cNvPr>
          <p:cNvSpPr txBox="1"/>
          <p:nvPr/>
        </p:nvSpPr>
        <p:spPr>
          <a:xfrm>
            <a:off x="7725428" y="107627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{{time_1}}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111DE-DC7B-C550-2710-7DF910FAE6FA}"/>
              </a:ext>
            </a:extLst>
          </p:cNvPr>
          <p:cNvSpPr txBox="1"/>
          <p:nvPr/>
        </p:nvSpPr>
        <p:spPr>
          <a:xfrm>
            <a:off x="4534293" y="210003"/>
            <a:ext cx="4604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5423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{{sport}} {{division}} {{meet}}</a:t>
            </a:r>
          </a:p>
          <a:p>
            <a:pPr algn="ctr"/>
            <a:r>
              <a:rPr lang="en-US" b="1" dirty="0">
                <a:solidFill>
                  <a:srgbClr val="F5423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 {{gender}} {{event}} {{type}}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ED295-61A5-B92B-2744-11AB0A81DFF4}"/>
              </a:ext>
            </a:extLst>
          </p:cNvPr>
          <p:cNvSpPr txBox="1"/>
          <p:nvPr/>
        </p:nvSpPr>
        <p:spPr>
          <a:xfrm>
            <a:off x="3329170" y="128108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{{school_1}}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FADA8-5F0D-6430-9DEA-5CFE327DFA45}"/>
              </a:ext>
            </a:extLst>
          </p:cNvPr>
          <p:cNvSpPr txBox="1"/>
          <p:nvPr/>
        </p:nvSpPr>
        <p:spPr>
          <a:xfrm>
            <a:off x="2816352" y="1160502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{{rank_1}}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AA946F-CAC8-C29A-AFFC-C491B39769DC}"/>
              </a:ext>
            </a:extLst>
          </p:cNvPr>
          <p:cNvSpPr txBox="1"/>
          <p:nvPr/>
        </p:nvSpPr>
        <p:spPr>
          <a:xfrm>
            <a:off x="2816350" y="1816780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{{rank_2}}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9EC1DF-2F9F-FC3F-7705-3ADA3665BE39}"/>
              </a:ext>
            </a:extLst>
          </p:cNvPr>
          <p:cNvSpPr txBox="1"/>
          <p:nvPr/>
        </p:nvSpPr>
        <p:spPr>
          <a:xfrm>
            <a:off x="2816352" y="3068286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{{rank_4}}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EDF38A-DD57-A8A3-B03D-C9F1CFCB50E6}"/>
              </a:ext>
            </a:extLst>
          </p:cNvPr>
          <p:cNvSpPr txBox="1"/>
          <p:nvPr/>
        </p:nvSpPr>
        <p:spPr>
          <a:xfrm>
            <a:off x="2816351" y="2444114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{{rank_3}}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DD98D9C-C823-7742-2F11-ECF44DBAF761}"/>
              </a:ext>
            </a:extLst>
          </p:cNvPr>
          <p:cNvSpPr txBox="1"/>
          <p:nvPr/>
        </p:nvSpPr>
        <p:spPr>
          <a:xfrm>
            <a:off x="2816351" y="3698783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{{rank_5}}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AC2DA7-D6D9-A61F-94F8-CEE3E1DC27CE}"/>
              </a:ext>
            </a:extLst>
          </p:cNvPr>
          <p:cNvSpPr txBox="1"/>
          <p:nvPr/>
        </p:nvSpPr>
        <p:spPr>
          <a:xfrm>
            <a:off x="2816351" y="4347118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{{rank_6}}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09BCC0-FFA6-57CE-4A13-B8BA7439550C}"/>
              </a:ext>
            </a:extLst>
          </p:cNvPr>
          <p:cNvSpPr txBox="1"/>
          <p:nvPr/>
        </p:nvSpPr>
        <p:spPr>
          <a:xfrm>
            <a:off x="2816351" y="4969701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{{rank_7}}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603EA91-5828-58B9-D0BF-29531927EAA7}"/>
              </a:ext>
            </a:extLst>
          </p:cNvPr>
          <p:cNvSpPr txBox="1"/>
          <p:nvPr/>
        </p:nvSpPr>
        <p:spPr>
          <a:xfrm>
            <a:off x="2816350" y="5603329"/>
            <a:ext cx="4049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{{rank_8}}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D1F1816-AC6C-C499-BAA9-C755CB1BAC09}"/>
              </a:ext>
            </a:extLst>
          </p:cNvPr>
          <p:cNvSpPr txBox="1"/>
          <p:nvPr/>
        </p:nvSpPr>
        <p:spPr>
          <a:xfrm>
            <a:off x="3329170" y="1679635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{{name_2}}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D920B1-B8AD-E367-4EF4-AE79A86E444B}"/>
              </a:ext>
            </a:extLst>
          </p:cNvPr>
          <p:cNvSpPr txBox="1"/>
          <p:nvPr/>
        </p:nvSpPr>
        <p:spPr>
          <a:xfrm>
            <a:off x="3340594" y="2316766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{{name_3}}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1BDB1AC-0D6B-CB0D-1337-5684C2324F67}"/>
              </a:ext>
            </a:extLst>
          </p:cNvPr>
          <p:cNvSpPr txBox="1"/>
          <p:nvPr/>
        </p:nvSpPr>
        <p:spPr>
          <a:xfrm>
            <a:off x="3325688" y="358145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{{name_5}}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DA12390-A799-92EC-848C-4E7774D5FF8E}"/>
              </a:ext>
            </a:extLst>
          </p:cNvPr>
          <p:cNvSpPr txBox="1"/>
          <p:nvPr/>
        </p:nvSpPr>
        <p:spPr>
          <a:xfrm>
            <a:off x="3329170" y="2943771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{{name_4}}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123180-0D09-B4D0-7D9F-0ED3FDCF54CB}"/>
              </a:ext>
            </a:extLst>
          </p:cNvPr>
          <p:cNvSpPr txBox="1"/>
          <p:nvPr/>
        </p:nvSpPr>
        <p:spPr>
          <a:xfrm>
            <a:off x="3327852" y="4212687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{{name_6}}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4081C4B-7AAB-433D-5E19-655A7DF83490}"/>
              </a:ext>
            </a:extLst>
          </p:cNvPr>
          <p:cNvSpPr txBox="1"/>
          <p:nvPr/>
        </p:nvSpPr>
        <p:spPr>
          <a:xfrm>
            <a:off x="3333502" y="4854510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{{name_7}}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CBB796-09F8-7FA5-88A4-4901B264307E}"/>
              </a:ext>
            </a:extLst>
          </p:cNvPr>
          <p:cNvSpPr txBox="1"/>
          <p:nvPr/>
        </p:nvSpPr>
        <p:spPr>
          <a:xfrm>
            <a:off x="3327417" y="5479222"/>
            <a:ext cx="44098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{{name_8}}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96D7E70-D414-AB46-239E-D8B9DE143AB0}"/>
              </a:ext>
            </a:extLst>
          </p:cNvPr>
          <p:cNvSpPr txBox="1"/>
          <p:nvPr/>
        </p:nvSpPr>
        <p:spPr>
          <a:xfrm>
            <a:off x="3333736" y="1912315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{{school_2}}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6E2669-75CC-6697-F095-FA30DC8F049C}"/>
              </a:ext>
            </a:extLst>
          </p:cNvPr>
          <p:cNvSpPr txBox="1"/>
          <p:nvPr/>
        </p:nvSpPr>
        <p:spPr>
          <a:xfrm>
            <a:off x="3333216" y="2547539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{{school_3}}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8098A7-D48D-B28D-297E-67BF958DB338}"/>
              </a:ext>
            </a:extLst>
          </p:cNvPr>
          <p:cNvSpPr txBox="1"/>
          <p:nvPr/>
        </p:nvSpPr>
        <p:spPr>
          <a:xfrm>
            <a:off x="3330260" y="3178774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{{school_4}}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C86327-5FF8-77CC-BEF9-F83FAA85517E}"/>
              </a:ext>
            </a:extLst>
          </p:cNvPr>
          <p:cNvSpPr txBox="1"/>
          <p:nvPr/>
        </p:nvSpPr>
        <p:spPr>
          <a:xfrm>
            <a:off x="3331784" y="381491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{{school_5}}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32DAB80-92B6-3C81-D895-3651454377E1}"/>
              </a:ext>
            </a:extLst>
          </p:cNvPr>
          <p:cNvSpPr txBox="1"/>
          <p:nvPr/>
        </p:nvSpPr>
        <p:spPr>
          <a:xfrm>
            <a:off x="3327974" y="4444200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{{school_6}}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7352257-4E73-9CA2-50B1-58421D18BF37}"/>
              </a:ext>
            </a:extLst>
          </p:cNvPr>
          <p:cNvSpPr txBox="1"/>
          <p:nvPr/>
        </p:nvSpPr>
        <p:spPr>
          <a:xfrm>
            <a:off x="3333736" y="5087968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{{school_7}}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35C57F7-2777-F6C0-B4FD-D8B009F56AB6}"/>
              </a:ext>
            </a:extLst>
          </p:cNvPr>
          <p:cNvSpPr txBox="1"/>
          <p:nvPr/>
        </p:nvSpPr>
        <p:spPr>
          <a:xfrm>
            <a:off x="3330260" y="5713796"/>
            <a:ext cx="42908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{{school_8}}</a:t>
            </a:r>
            <a:endParaRPr lang="en-US" sz="1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0C32BC-0CD0-2942-881F-58A8063A613A}"/>
              </a:ext>
            </a:extLst>
          </p:cNvPr>
          <p:cNvSpPr txBox="1"/>
          <p:nvPr/>
        </p:nvSpPr>
        <p:spPr>
          <a:xfrm>
            <a:off x="7725125" y="1709828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{{time_2}}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63D69-3F9D-AD67-864E-5862765E896A}"/>
              </a:ext>
            </a:extLst>
          </p:cNvPr>
          <p:cNvSpPr txBox="1"/>
          <p:nvPr/>
        </p:nvSpPr>
        <p:spPr>
          <a:xfrm>
            <a:off x="7724819" y="2341617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{{time_3}}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B64D6B-418B-C5B3-FC67-26B172B60E83}"/>
              </a:ext>
            </a:extLst>
          </p:cNvPr>
          <p:cNvSpPr txBox="1"/>
          <p:nvPr/>
        </p:nvSpPr>
        <p:spPr>
          <a:xfrm>
            <a:off x="7724519" y="2976959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{{time_4}}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8C77B-F95F-E847-DE9B-B8F523282801}"/>
              </a:ext>
            </a:extLst>
          </p:cNvPr>
          <p:cNvSpPr txBox="1"/>
          <p:nvPr/>
        </p:nvSpPr>
        <p:spPr>
          <a:xfrm>
            <a:off x="7724213" y="3608751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{{time_5}}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EF1DF4-45C6-D787-88E5-8566CB809ABD}"/>
              </a:ext>
            </a:extLst>
          </p:cNvPr>
          <p:cNvSpPr txBox="1"/>
          <p:nvPr/>
        </p:nvSpPr>
        <p:spPr>
          <a:xfrm>
            <a:off x="7723919" y="4238770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{{time_6}}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863AD8-EE84-C5D3-C1F1-29312D26EEBC}"/>
              </a:ext>
            </a:extLst>
          </p:cNvPr>
          <p:cNvSpPr txBox="1"/>
          <p:nvPr/>
        </p:nvSpPr>
        <p:spPr>
          <a:xfrm>
            <a:off x="7723620" y="4875892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{{time_7}}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B40284-2E4F-CF52-7F54-BFA626192657}"/>
              </a:ext>
            </a:extLst>
          </p:cNvPr>
          <p:cNvSpPr txBox="1"/>
          <p:nvPr/>
        </p:nvSpPr>
        <p:spPr>
          <a:xfrm>
            <a:off x="7723324" y="5511226"/>
            <a:ext cx="1615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Segoe UI Black" panose="020B0A02040204020203" pitchFamily="34" charset="0"/>
                <a:ea typeface="Segoe UI Black" panose="020B0A02040204020203" pitchFamily="34" charset="0"/>
                <a:cs typeface="Nirmala Text" panose="020B0502040204020203" pitchFamily="34" charset="0"/>
              </a:rPr>
              <a:t>{{time_8}}</a:t>
            </a:r>
          </a:p>
        </p:txBody>
      </p:sp>
    </p:spTree>
    <p:extLst>
      <p:ext uri="{BB962C8B-B14F-4D97-AF65-F5344CB8AC3E}">
        <p14:creationId xmlns:p14="http://schemas.microsoft.com/office/powerpoint/2010/main" val="398365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michigan</Template>
  <TotalTime>1321</TotalTime>
  <Words>179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Segoe UI</vt:lpstr>
      <vt:lpstr>Segoe UI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Larson, Thomas R</dc:creator>
  <cp:lastModifiedBy>Larson, Thomas R</cp:lastModifiedBy>
  <cp:revision>1</cp:revision>
  <dcterms:created xsi:type="dcterms:W3CDTF">2026-06-07T04:30:08Z</dcterms:created>
  <dcterms:modified xsi:type="dcterms:W3CDTF">2026-06-08T02:31:56Z</dcterms:modified>
</cp:coreProperties>
</file>