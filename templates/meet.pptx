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E34"/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>
        <p:scale>
          <a:sx n="138" d="100"/>
          <a:sy n="138" d="100"/>
        </p:scale>
        <p:origin x="-1708" y="-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rson" userId="4b3da38e10b3d877" providerId="LiveId" clId="{01E22E85-8F7F-41C5-876F-1BA2ED882EBC}"/>
    <pc:docChg chg="custSel modSld">
      <pc:chgData name="Thomas Larson" userId="4b3da38e10b3d877" providerId="LiveId" clId="{01E22E85-8F7F-41C5-876F-1BA2ED882EBC}" dt="2026-06-05T02:25:28.141" v="936" actId="1037"/>
      <pc:docMkLst>
        <pc:docMk/>
      </pc:docMkLst>
      <pc:sldChg chg="addSp delSp modSp mod">
        <pc:chgData name="Thomas Larson" userId="4b3da38e10b3d877" providerId="LiveId" clId="{01E22E85-8F7F-41C5-876F-1BA2ED882EBC}" dt="2026-06-05T02:25:28.141" v="936" actId="1037"/>
        <pc:sldMkLst>
          <pc:docMk/>
          <pc:sldMk cId="3983658676" sldId="256"/>
        </pc:sldMkLst>
        <pc:spChg chg="mod">
          <ac:chgData name="Thomas Larson" userId="4b3da38e10b3d877" providerId="LiveId" clId="{01E22E85-8F7F-41C5-876F-1BA2ED882EBC}" dt="2026-06-05T02:22:17.905" v="246" actId="207"/>
          <ac:spMkLst>
            <pc:docMk/>
            <pc:sldMk cId="3983658676" sldId="256"/>
            <ac:spMk id="2" creationId="{640C32BC-0CD0-2942-881F-58A8063A613A}"/>
          </ac:spMkLst>
        </pc:spChg>
        <pc:spChg chg="mod">
          <ac:chgData name="Thomas Larson" userId="4b3da38e10b3d877" providerId="LiveId" clId="{01E22E85-8F7F-41C5-876F-1BA2ED882EBC}" dt="2026-06-05T02:23:59.838" v="713" actId="1035"/>
          <ac:spMkLst>
            <pc:docMk/>
            <pc:sldMk cId="3983658676" sldId="256"/>
            <ac:spMk id="3" creationId="{5EBED295-61A5-B92B-2744-11AB0A81DFF4}"/>
          </ac:spMkLst>
        </pc:spChg>
        <pc:spChg chg="mod">
          <ac:chgData name="Thomas Larson" userId="4b3da38e10b3d877" providerId="LiveId" clId="{01E22E85-8F7F-41C5-876F-1BA2ED882EBC}" dt="2026-06-05T02:22:21.281" v="247" actId="207"/>
          <ac:spMkLst>
            <pc:docMk/>
            <pc:sldMk cId="3983658676" sldId="256"/>
            <ac:spMk id="5" creationId="{85C63D69-3F9D-AD67-864E-5862765E896A}"/>
          </ac:spMkLst>
        </pc:spChg>
        <pc:spChg chg="mod">
          <ac:chgData name="Thomas Larson" userId="4b3da38e10b3d877" providerId="LiveId" clId="{01E22E85-8F7F-41C5-876F-1BA2ED882EBC}" dt="2026-06-05T02:22:23.016" v="248" actId="207"/>
          <ac:spMkLst>
            <pc:docMk/>
            <pc:sldMk cId="3983658676" sldId="256"/>
            <ac:spMk id="6" creationId="{45B64D6B-418B-C5B3-FC67-26B172B60E83}"/>
          </ac:spMkLst>
        </pc:spChg>
        <pc:spChg chg="mod">
          <ac:chgData name="Thomas Larson" userId="4b3da38e10b3d877" providerId="LiveId" clId="{01E22E85-8F7F-41C5-876F-1BA2ED882EBC}" dt="2026-06-05T02:22:26.136" v="249" actId="207"/>
          <ac:spMkLst>
            <pc:docMk/>
            <pc:sldMk cId="3983658676" sldId="256"/>
            <ac:spMk id="7" creationId="{F038C77B-F95F-E847-DE9B-B8F523282801}"/>
          </ac:spMkLst>
        </pc:spChg>
        <pc:spChg chg="mod">
          <ac:chgData name="Thomas Larson" userId="4b3da38e10b3d877" providerId="LiveId" clId="{01E22E85-8F7F-41C5-876F-1BA2ED882EBC}" dt="2026-06-05T02:22:27.651" v="250" actId="207"/>
          <ac:spMkLst>
            <pc:docMk/>
            <pc:sldMk cId="3983658676" sldId="256"/>
            <ac:spMk id="8" creationId="{DAEF1DF4-45C6-D787-88E5-8566CB809ABD}"/>
          </ac:spMkLst>
        </pc:spChg>
        <pc:spChg chg="del">
          <ac:chgData name="Thomas Larson" userId="4b3da38e10b3d877" providerId="LiveId" clId="{01E22E85-8F7F-41C5-876F-1BA2ED882EBC}" dt="2026-06-05T02:20:53.726" v="12" actId="478"/>
          <ac:spMkLst>
            <pc:docMk/>
            <pc:sldMk cId="3983658676" sldId="256"/>
            <ac:spMk id="9" creationId="{7F863AD8-EE84-C5D3-C1F1-29312D26EEBC}"/>
          </ac:spMkLst>
        </pc:spChg>
        <pc:spChg chg="del">
          <ac:chgData name="Thomas Larson" userId="4b3da38e10b3d877" providerId="LiveId" clId="{01E22E85-8F7F-41C5-876F-1BA2ED882EBC}" dt="2026-06-05T02:20:55.669" v="13" actId="478"/>
          <ac:spMkLst>
            <pc:docMk/>
            <pc:sldMk cId="3983658676" sldId="256"/>
            <ac:spMk id="10" creationId="{8DB40284-2E4F-CF52-7F54-BFA626192657}"/>
          </ac:spMkLst>
        </pc:spChg>
        <pc:spChg chg="mod">
          <ac:chgData name="Thomas Larson" userId="4b3da38e10b3d877" providerId="LiveId" clId="{01E22E85-8F7F-41C5-876F-1BA2ED882EBC}" dt="2026-06-05T02:23:55.645" v="677" actId="1036"/>
          <ac:spMkLst>
            <pc:docMk/>
            <pc:sldMk cId="3983658676" sldId="256"/>
            <ac:spMk id="15" creationId="{BB6FF223-94CE-D4C2-55F8-36299FDA9D20}"/>
          </ac:spMkLst>
        </pc:spChg>
        <pc:spChg chg="mod">
          <ac:chgData name="Thomas Larson" userId="4b3da38e10b3d877" providerId="LiveId" clId="{01E22E85-8F7F-41C5-876F-1BA2ED882EBC}" dt="2026-06-05T02:25:28.141" v="936" actId="1037"/>
          <ac:spMkLst>
            <pc:docMk/>
            <pc:sldMk cId="3983658676" sldId="256"/>
            <ac:spMk id="19" creationId="{E86FADA8-5F0D-6430-9DEA-5CFE327DFA45}"/>
          </ac:spMkLst>
        </pc:spChg>
        <pc:spChg chg="mod">
          <ac:chgData name="Thomas Larson" userId="4b3da38e10b3d877" providerId="LiveId" clId="{01E22E85-8F7F-41C5-876F-1BA2ED882EBC}" dt="2026-06-05T02:24:53.476" v="923" actId="207"/>
          <ac:spMkLst>
            <pc:docMk/>
            <pc:sldMk cId="3983658676" sldId="256"/>
            <ac:spMk id="20" creationId="{B4AA946F-CAC8-C29A-AFFC-C491B39769DC}"/>
          </ac:spMkLst>
        </pc:spChg>
        <pc:spChg chg="mod">
          <ac:chgData name="Thomas Larson" userId="4b3da38e10b3d877" providerId="LiveId" clId="{01E22E85-8F7F-41C5-876F-1BA2ED882EBC}" dt="2026-06-05T02:25:15.798" v="931" actId="207"/>
          <ac:spMkLst>
            <pc:docMk/>
            <pc:sldMk cId="3983658676" sldId="256"/>
            <ac:spMk id="21" creationId="{529EC1DF-2F9F-FC3F-7705-3ADA3665BE39}"/>
          </ac:spMkLst>
        </pc:spChg>
        <pc:spChg chg="mod">
          <ac:chgData name="Thomas Larson" userId="4b3da38e10b3d877" providerId="LiveId" clId="{01E22E85-8F7F-41C5-876F-1BA2ED882EBC}" dt="2026-06-05T02:25:10.011" v="930" actId="207"/>
          <ac:spMkLst>
            <pc:docMk/>
            <pc:sldMk cId="3983658676" sldId="256"/>
            <ac:spMk id="22" creationId="{38EDF38A-DD57-A8A3-B03D-C9F1CFCB50E6}"/>
          </ac:spMkLst>
        </pc:spChg>
        <pc:spChg chg="mod">
          <ac:chgData name="Thomas Larson" userId="4b3da38e10b3d877" providerId="LiveId" clId="{01E22E85-8F7F-41C5-876F-1BA2ED882EBC}" dt="2026-06-05T02:22:13.195" v="245" actId="207"/>
          <ac:spMkLst>
            <pc:docMk/>
            <pc:sldMk cId="3983658676" sldId="256"/>
            <ac:spMk id="25" creationId="{C3B6695D-CAF6-431B-1AEB-E193C037B952}"/>
          </ac:spMkLst>
        </pc:spChg>
        <pc:spChg chg="mod">
          <ac:chgData name="Thomas Larson" userId="4b3da38e10b3d877" providerId="LiveId" clId="{01E22E85-8F7F-41C5-876F-1BA2ED882EBC}" dt="2026-06-05T02:22:08.391" v="244" actId="207"/>
          <ac:spMkLst>
            <pc:docMk/>
            <pc:sldMk cId="3983658676" sldId="256"/>
            <ac:spMk id="32" creationId="{AB2111DE-DC7B-C550-2710-7DF910FAE6FA}"/>
          </ac:spMkLst>
        </pc:spChg>
        <pc:spChg chg="mod">
          <ac:chgData name="Thomas Larson" userId="4b3da38e10b3d877" providerId="LiveId" clId="{01E22E85-8F7F-41C5-876F-1BA2ED882EBC}" dt="2026-06-05T02:24:59.481" v="926" actId="207"/>
          <ac:spMkLst>
            <pc:docMk/>
            <pc:sldMk cId="3983658676" sldId="256"/>
            <ac:spMk id="38" creationId="{3DD98D9C-C823-7742-2F11-ECF44DBAF761}"/>
          </ac:spMkLst>
        </pc:spChg>
        <pc:spChg chg="mod">
          <ac:chgData name="Thomas Larson" userId="4b3da38e10b3d877" providerId="LiveId" clId="{01E22E85-8F7F-41C5-876F-1BA2ED882EBC}" dt="2026-06-05T02:25:01.825" v="927" actId="207"/>
          <ac:spMkLst>
            <pc:docMk/>
            <pc:sldMk cId="3983658676" sldId="256"/>
            <ac:spMk id="39" creationId="{C4AC2DA7-D6D9-A61F-94F8-CEE3E1DC27CE}"/>
          </ac:spMkLst>
        </pc:spChg>
        <pc:spChg chg="del">
          <ac:chgData name="Thomas Larson" userId="4b3da38e10b3d877" providerId="LiveId" clId="{01E22E85-8F7F-41C5-876F-1BA2ED882EBC}" dt="2026-06-05T02:20:43.725" v="8" actId="478"/>
          <ac:spMkLst>
            <pc:docMk/>
            <pc:sldMk cId="3983658676" sldId="256"/>
            <ac:spMk id="40" creationId="{6109BCC0-FFA6-57CE-4A13-B8BA7439550C}"/>
          </ac:spMkLst>
        </pc:spChg>
        <pc:spChg chg="del">
          <ac:chgData name="Thomas Larson" userId="4b3da38e10b3d877" providerId="LiveId" clId="{01E22E85-8F7F-41C5-876F-1BA2ED882EBC}" dt="2026-06-05T02:20:46.846" v="9" actId="478"/>
          <ac:spMkLst>
            <pc:docMk/>
            <pc:sldMk cId="3983658676" sldId="256"/>
            <ac:spMk id="41" creationId="{D603EA91-5828-58B9-D0BF-29531927EAA7}"/>
          </ac:spMkLst>
        </pc:spChg>
        <pc:spChg chg="mod">
          <ac:chgData name="Thomas Larson" userId="4b3da38e10b3d877" providerId="LiveId" clId="{01E22E85-8F7F-41C5-876F-1BA2ED882EBC}" dt="2026-06-05T02:23:46.400" v="633" actId="1036"/>
          <ac:spMkLst>
            <pc:docMk/>
            <pc:sldMk cId="3983658676" sldId="256"/>
            <ac:spMk id="43" creationId="{4D1F1816-AC6C-C499-BAA9-C755CB1BAC09}"/>
          </ac:spMkLst>
        </pc:spChg>
        <pc:spChg chg="mod">
          <ac:chgData name="Thomas Larson" userId="4b3da38e10b3d877" providerId="LiveId" clId="{01E22E85-8F7F-41C5-876F-1BA2ED882EBC}" dt="2026-06-05T02:23:29.264" v="484" actId="1036"/>
          <ac:spMkLst>
            <pc:docMk/>
            <pc:sldMk cId="3983658676" sldId="256"/>
            <ac:spMk id="44" creationId="{27D920B1-B8AD-E367-4EF4-AE79A86E444B}"/>
          </ac:spMkLst>
        </pc:spChg>
        <pc:spChg chg="mod">
          <ac:chgData name="Thomas Larson" userId="4b3da38e10b3d877" providerId="LiveId" clId="{01E22E85-8F7F-41C5-876F-1BA2ED882EBC}" dt="2026-06-05T02:23:03.705" v="381" actId="1035"/>
          <ac:spMkLst>
            <pc:docMk/>
            <pc:sldMk cId="3983658676" sldId="256"/>
            <ac:spMk id="45" creationId="{51BDB1AC-0D6B-CB0D-1337-5684C2324F67}"/>
          </ac:spMkLst>
        </pc:spChg>
        <pc:spChg chg="mod">
          <ac:chgData name="Thomas Larson" userId="4b3da38e10b3d877" providerId="LiveId" clId="{01E22E85-8F7F-41C5-876F-1BA2ED882EBC}" dt="2026-06-05T02:23:19.952" v="451" actId="1036"/>
          <ac:spMkLst>
            <pc:docMk/>
            <pc:sldMk cId="3983658676" sldId="256"/>
            <ac:spMk id="46" creationId="{EDA12390-A799-92EC-848C-4E7774D5FF8E}"/>
          </ac:spMkLst>
        </pc:spChg>
        <pc:spChg chg="mod">
          <ac:chgData name="Thomas Larson" userId="4b3da38e10b3d877" providerId="LiveId" clId="{01E22E85-8F7F-41C5-876F-1BA2ED882EBC}" dt="2026-06-05T02:22:50.778" v="317" actId="1036"/>
          <ac:spMkLst>
            <pc:docMk/>
            <pc:sldMk cId="3983658676" sldId="256"/>
            <ac:spMk id="47" creationId="{54123180-0D09-B4D0-7D9F-0ED3FDCF54CB}"/>
          </ac:spMkLst>
        </pc:spChg>
        <pc:spChg chg="del">
          <ac:chgData name="Thomas Larson" userId="4b3da38e10b3d877" providerId="LiveId" clId="{01E22E85-8F7F-41C5-876F-1BA2ED882EBC}" dt="2026-06-05T02:20:37.649" v="5" actId="478"/>
          <ac:spMkLst>
            <pc:docMk/>
            <pc:sldMk cId="3983658676" sldId="256"/>
            <ac:spMk id="48" creationId="{44081C4B-7AAB-433D-5E19-655A7DF83490}"/>
          </ac:spMkLst>
        </pc:spChg>
        <pc:spChg chg="del">
          <ac:chgData name="Thomas Larson" userId="4b3da38e10b3d877" providerId="LiveId" clId="{01E22E85-8F7F-41C5-876F-1BA2ED882EBC}" dt="2026-06-05T02:20:49.138" v="10" actId="478"/>
          <ac:spMkLst>
            <pc:docMk/>
            <pc:sldMk cId="3983658676" sldId="256"/>
            <ac:spMk id="49" creationId="{10CBB796-09F8-7FA5-88A4-4901B264307E}"/>
          </ac:spMkLst>
        </pc:spChg>
        <pc:spChg chg="mod">
          <ac:chgData name="Thomas Larson" userId="4b3da38e10b3d877" providerId="LiveId" clId="{01E22E85-8F7F-41C5-876F-1BA2ED882EBC}" dt="2026-06-05T02:23:43.496" v="607" actId="1035"/>
          <ac:spMkLst>
            <pc:docMk/>
            <pc:sldMk cId="3983658676" sldId="256"/>
            <ac:spMk id="50" creationId="{696D7E70-D414-AB46-239E-D8B9DE143AB0}"/>
          </ac:spMkLst>
        </pc:spChg>
        <pc:spChg chg="mod">
          <ac:chgData name="Thomas Larson" userId="4b3da38e10b3d877" providerId="LiveId" clId="{01E22E85-8F7F-41C5-876F-1BA2ED882EBC}" dt="2026-06-05T02:23:37.704" v="567" actId="1035"/>
          <ac:spMkLst>
            <pc:docMk/>
            <pc:sldMk cId="3983658676" sldId="256"/>
            <ac:spMk id="51" creationId="{666E2669-75CC-6697-F095-FA30DC8F049C}"/>
          </ac:spMkLst>
        </pc:spChg>
        <pc:spChg chg="mod">
          <ac:chgData name="Thomas Larson" userId="4b3da38e10b3d877" providerId="LiveId" clId="{01E22E85-8F7F-41C5-876F-1BA2ED882EBC}" dt="2026-06-05T02:23:14.608" v="418" actId="1035"/>
          <ac:spMkLst>
            <pc:docMk/>
            <pc:sldMk cId="3983658676" sldId="256"/>
            <ac:spMk id="52" creationId="{3A8098A7-D48D-B28D-297E-67BF958DB338}"/>
          </ac:spMkLst>
        </pc:spChg>
        <pc:spChg chg="mod">
          <ac:chgData name="Thomas Larson" userId="4b3da38e10b3d877" providerId="LiveId" clId="{01E22E85-8F7F-41C5-876F-1BA2ED882EBC}" dt="2026-06-05T02:22:57.928" v="353" actId="1036"/>
          <ac:spMkLst>
            <pc:docMk/>
            <pc:sldMk cId="3983658676" sldId="256"/>
            <ac:spMk id="53" creationId="{5CC86327-5FF8-77CC-BEF9-F83FAA85517E}"/>
          </ac:spMkLst>
        </pc:spChg>
        <pc:spChg chg="mod">
          <ac:chgData name="Thomas Larson" userId="4b3da38e10b3d877" providerId="LiveId" clId="{01E22E85-8F7F-41C5-876F-1BA2ED882EBC}" dt="2026-06-05T02:22:41.331" v="280" actId="1035"/>
          <ac:spMkLst>
            <pc:docMk/>
            <pc:sldMk cId="3983658676" sldId="256"/>
            <ac:spMk id="54" creationId="{132DAB80-92B6-3C81-D895-3651454377E1}"/>
          </ac:spMkLst>
        </pc:spChg>
        <pc:spChg chg="del mod">
          <ac:chgData name="Thomas Larson" userId="4b3da38e10b3d877" providerId="LiveId" clId="{01E22E85-8F7F-41C5-876F-1BA2ED882EBC}" dt="2026-06-05T02:20:40.637" v="7" actId="478"/>
          <ac:spMkLst>
            <pc:docMk/>
            <pc:sldMk cId="3983658676" sldId="256"/>
            <ac:spMk id="55" creationId="{07352257-4E73-9CA2-50B1-58421D18BF37}"/>
          </ac:spMkLst>
        </pc:spChg>
        <pc:spChg chg="del">
          <ac:chgData name="Thomas Larson" userId="4b3da38e10b3d877" providerId="LiveId" clId="{01E22E85-8F7F-41C5-876F-1BA2ED882EBC}" dt="2026-06-05T02:20:50.897" v="11" actId="478"/>
          <ac:spMkLst>
            <pc:docMk/>
            <pc:sldMk cId="3983658676" sldId="256"/>
            <ac:spMk id="56" creationId="{F35C57F7-2777-F6C0-B4FD-D8B009F56AB6}"/>
          </ac:spMkLst>
        </pc:spChg>
        <pc:picChg chg="add mod ord">
          <ac:chgData name="Thomas Larson" userId="4b3da38e10b3d877" providerId="LiveId" clId="{01E22E85-8F7F-41C5-876F-1BA2ED882EBC}" dt="2026-06-05T02:20:09.338" v="2" actId="167"/>
          <ac:picMkLst>
            <pc:docMk/>
            <pc:sldMk cId="3983658676" sldId="256"/>
            <ac:picMk id="12" creationId="{19F9CBA3-E19E-D4D2-313D-C31CE498478E}"/>
          </ac:picMkLst>
        </pc:picChg>
        <pc:picChg chg="del">
          <ac:chgData name="Thomas Larson" userId="4b3da38e10b3d877" providerId="LiveId" clId="{01E22E85-8F7F-41C5-876F-1BA2ED882EBC}" dt="2026-06-05T02:19:51.098" v="0" actId="478"/>
          <ac:picMkLst>
            <pc:docMk/>
            <pc:sldMk cId="3983658676" sldId="256"/>
            <ac:picMk id="18" creationId="{92B3666A-513A-AC7F-76EE-0F7A89D8B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F9CBA3-E19E-D4D2-313D-C31CE4984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58650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598125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4402318" y="210003"/>
            <a:ext cx="4409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80293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69159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234787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59013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94749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423448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85973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222457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85709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411716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348409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748394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244340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307863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70986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4336767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98914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223167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86346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3498815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413060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76579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michigan</Template>
  <TotalTime>5</TotalTime>
  <Words>139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2026-06-05T02:19:38Z</dcterms:created>
  <dcterms:modified xsi:type="dcterms:W3CDTF">2026-06-05T02:25:29Z</dcterms:modified>
</cp:coreProperties>
</file>