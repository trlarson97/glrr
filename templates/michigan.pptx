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6FC22-C577-47A1-8801-C21F9380AC70}" v="52" dt="2026-06-03T20:14:4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67" d="100"/>
          <a:sy n="67" d="100"/>
        </p:scale>
        <p:origin x="-660" y="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undo custSel modSld">
      <pc:chgData name="Thomas Larson" userId="4b3da38e10b3d877" providerId="LiveId" clId="{01E22E85-8F7F-41C5-876F-1BA2ED882EBC}" dt="2026-06-03T20:26:58.732" v="2380" actId="21"/>
      <pc:docMkLst>
        <pc:docMk/>
      </pc:docMkLst>
      <pc:sldChg chg="addSp delSp modSp mod">
        <pc:chgData name="Thomas Larson" userId="4b3da38e10b3d877" providerId="LiveId" clId="{01E22E85-8F7F-41C5-876F-1BA2ED882EBC}" dt="2026-06-03T20:26:58.732" v="2380" actId="21"/>
        <pc:sldMkLst>
          <pc:docMk/>
          <pc:sldMk cId="3983658676" sldId="256"/>
        </pc:sldMkLst>
        <pc:spChg chg="add mod">
          <ac:chgData name="Thomas Larson" userId="4b3da38e10b3d877" providerId="LiveId" clId="{01E22E85-8F7F-41C5-876F-1BA2ED882EBC}" dt="2026-06-03T20:10:57.010" v="1250" actId="20577"/>
          <ac:spMkLst>
            <pc:docMk/>
            <pc:sldMk cId="3983658676" sldId="256"/>
            <ac:spMk id="2" creationId="{640C32BC-0CD0-2942-881F-58A8063A613A}"/>
          </ac:spMkLst>
        </pc:spChg>
        <pc:spChg chg="add mod">
          <ac:chgData name="Thomas Larson" userId="4b3da38e10b3d877" providerId="LiveId" clId="{01E22E85-8F7F-41C5-876F-1BA2ED882EBC}" dt="2026-06-03T20:26:58.732" v="2380" actId="21"/>
          <ac:spMkLst>
            <pc:docMk/>
            <pc:sldMk cId="3983658676" sldId="256"/>
            <ac:spMk id="3" creationId="{5EBED295-61A5-B92B-2744-11AB0A81DFF4}"/>
          </ac:spMkLst>
        </pc:spChg>
        <pc:spChg chg="add del mod">
          <ac:chgData name="Thomas Larson" userId="4b3da38e10b3d877" providerId="LiveId" clId="{01E22E85-8F7F-41C5-876F-1BA2ED882EBC}" dt="2026-06-03T19:11:01.655" v="236" actId="478"/>
          <ac:spMkLst>
            <pc:docMk/>
            <pc:sldMk cId="3983658676" sldId="256"/>
            <ac:spMk id="5" creationId="{62112FD1-575B-4D93-D2E1-56AC511D3174}"/>
          </ac:spMkLst>
        </pc:spChg>
        <pc:spChg chg="add mod">
          <ac:chgData name="Thomas Larson" userId="4b3da38e10b3d877" providerId="LiveId" clId="{01E22E85-8F7F-41C5-876F-1BA2ED882EBC}" dt="2026-06-03T20:11:26.738" v="1390" actId="20577"/>
          <ac:spMkLst>
            <pc:docMk/>
            <pc:sldMk cId="3983658676" sldId="256"/>
            <ac:spMk id="5" creationId="{85C63D69-3F9D-AD67-864E-5862765E896A}"/>
          </ac:spMkLst>
        </pc:spChg>
        <pc:spChg chg="add mod">
          <ac:chgData name="Thomas Larson" userId="4b3da38e10b3d877" providerId="LiveId" clId="{01E22E85-8F7F-41C5-876F-1BA2ED882EBC}" dt="2026-06-03T20:11:49.791" v="1524" actId="20577"/>
          <ac:spMkLst>
            <pc:docMk/>
            <pc:sldMk cId="3983658676" sldId="256"/>
            <ac:spMk id="6" creationId="{45B64D6B-418B-C5B3-FC67-26B172B60E83}"/>
          </ac:spMkLst>
        </pc:spChg>
        <pc:spChg chg="del mod">
          <ac:chgData name="Thomas Larson" userId="4b3da38e10b3d877" providerId="LiveId" clId="{01E22E85-8F7F-41C5-876F-1BA2ED882EBC}" dt="2026-06-03T19:40:33.693" v="639" actId="478"/>
          <ac:spMkLst>
            <pc:docMk/>
            <pc:sldMk cId="3983658676" sldId="256"/>
            <ac:spMk id="6" creationId="{A889E18D-C9F8-D5BF-84FA-718750AAFA1A}"/>
          </ac:spMkLst>
        </pc:spChg>
        <pc:spChg chg="add del mod">
          <ac:chgData name="Thomas Larson" userId="4b3da38e10b3d877" providerId="LiveId" clId="{01E22E85-8F7F-41C5-876F-1BA2ED882EBC}" dt="2026-06-03T19:11:01.156" v="235" actId="478"/>
          <ac:spMkLst>
            <pc:docMk/>
            <pc:sldMk cId="3983658676" sldId="256"/>
            <ac:spMk id="7" creationId="{A1A4F1AA-8687-069F-DB31-EEC91F614113}"/>
          </ac:spMkLst>
        </pc:spChg>
        <pc:spChg chg="add mod">
          <ac:chgData name="Thomas Larson" userId="4b3da38e10b3d877" providerId="LiveId" clId="{01E22E85-8F7F-41C5-876F-1BA2ED882EBC}" dt="2026-06-03T20:12:22.471" v="1681" actId="20577"/>
          <ac:spMkLst>
            <pc:docMk/>
            <pc:sldMk cId="3983658676" sldId="256"/>
            <ac:spMk id="7" creationId="{F038C77B-F95F-E847-DE9B-B8F523282801}"/>
          </ac:spMkLst>
        </pc:spChg>
        <pc:spChg chg="add del mod">
          <ac:chgData name="Thomas Larson" userId="4b3da38e10b3d877" providerId="LiveId" clId="{01E22E85-8F7F-41C5-876F-1BA2ED882EBC}" dt="2026-06-03T19:11:00.628" v="234" actId="478"/>
          <ac:spMkLst>
            <pc:docMk/>
            <pc:sldMk cId="3983658676" sldId="256"/>
            <ac:spMk id="8" creationId="{B56DD63E-AB55-2E77-BFF8-4312AC09BCEF}"/>
          </ac:spMkLst>
        </pc:spChg>
        <pc:spChg chg="add mod">
          <ac:chgData name="Thomas Larson" userId="4b3da38e10b3d877" providerId="LiveId" clId="{01E22E85-8F7F-41C5-876F-1BA2ED882EBC}" dt="2026-06-03T20:13:13.868" v="1921" actId="20577"/>
          <ac:spMkLst>
            <pc:docMk/>
            <pc:sldMk cId="3983658676" sldId="256"/>
            <ac:spMk id="8" creationId="{DAEF1DF4-45C6-D787-88E5-8566CB809ABD}"/>
          </ac:spMkLst>
        </pc:spChg>
        <pc:spChg chg="add mod">
          <ac:chgData name="Thomas Larson" userId="4b3da38e10b3d877" providerId="LiveId" clId="{01E22E85-8F7F-41C5-876F-1BA2ED882EBC}" dt="2026-06-03T20:14:38.712" v="2051" actId="20577"/>
          <ac:spMkLst>
            <pc:docMk/>
            <pc:sldMk cId="3983658676" sldId="256"/>
            <ac:spMk id="9" creationId="{7F863AD8-EE84-C5D3-C1F1-29312D26EEBC}"/>
          </ac:spMkLst>
        </pc:spChg>
        <pc:spChg chg="add del mod">
          <ac:chgData name="Thomas Larson" userId="4b3da38e10b3d877" providerId="LiveId" clId="{01E22E85-8F7F-41C5-876F-1BA2ED882EBC}" dt="2026-06-03T19:10:59.831" v="233" actId="478"/>
          <ac:spMkLst>
            <pc:docMk/>
            <pc:sldMk cId="3983658676" sldId="256"/>
            <ac:spMk id="9" creationId="{D9CEF96E-1399-D4C6-EC00-6AD9DB8C09FD}"/>
          </ac:spMkLst>
        </pc:spChg>
        <pc:spChg chg="add mod">
          <ac:chgData name="Thomas Larson" userId="4b3da38e10b3d877" providerId="LiveId" clId="{01E22E85-8F7F-41C5-876F-1BA2ED882EBC}" dt="2026-06-03T20:15:15.929" v="2294" actId="20577"/>
          <ac:spMkLst>
            <pc:docMk/>
            <pc:sldMk cId="3983658676" sldId="256"/>
            <ac:spMk id="10" creationId="{8DB40284-2E4F-CF52-7F54-BFA626192657}"/>
          </ac:spMkLst>
        </pc:spChg>
        <pc:spChg chg="add del mod">
          <ac:chgData name="Thomas Larson" userId="4b3da38e10b3d877" providerId="LiveId" clId="{01E22E85-8F7F-41C5-876F-1BA2ED882EBC}" dt="2026-06-03T19:11:02.181" v="237" actId="478"/>
          <ac:spMkLst>
            <pc:docMk/>
            <pc:sldMk cId="3983658676" sldId="256"/>
            <ac:spMk id="10" creationId="{9DAAE26B-8A9E-B8A3-EF91-4956CACABD9B}"/>
          </ac:spMkLst>
        </pc:spChg>
        <pc:spChg chg="add del mod">
          <ac:chgData name="Thomas Larson" userId="4b3da38e10b3d877" providerId="LiveId" clId="{01E22E85-8F7F-41C5-876F-1BA2ED882EBC}" dt="2026-06-03T19:10:58.189" v="232" actId="478"/>
          <ac:spMkLst>
            <pc:docMk/>
            <pc:sldMk cId="3983658676" sldId="256"/>
            <ac:spMk id="11" creationId="{F0F6306B-E0BC-0E8C-351D-F6BFD363879A}"/>
          </ac:spMkLst>
        </pc:spChg>
        <pc:spChg chg="add del mod">
          <ac:chgData name="Thomas Larson" userId="4b3da38e10b3d877" providerId="LiveId" clId="{01E22E85-8F7F-41C5-876F-1BA2ED882EBC}" dt="2026-06-03T19:11:03.775" v="239" actId="478"/>
          <ac:spMkLst>
            <pc:docMk/>
            <pc:sldMk cId="3983658676" sldId="256"/>
            <ac:spMk id="12" creationId="{055D3531-F746-424C-D94D-55856648E739}"/>
          </ac:spMkLst>
        </pc:spChg>
        <pc:spChg chg="add del mod">
          <ac:chgData name="Thomas Larson" userId="4b3da38e10b3d877" providerId="LiveId" clId="{01E22E85-8F7F-41C5-876F-1BA2ED882EBC}" dt="2026-06-03T19:10:38.187" v="224" actId="478"/>
          <ac:spMkLst>
            <pc:docMk/>
            <pc:sldMk cId="3983658676" sldId="256"/>
            <ac:spMk id="13" creationId="{49DCE03C-D634-4035-56F2-A45AB2295911}"/>
          </ac:spMkLst>
        </pc:spChg>
        <pc:spChg chg="mod">
          <ac:chgData name="Thomas Larson" userId="4b3da38e10b3d877" providerId="LiveId" clId="{01E22E85-8F7F-41C5-876F-1BA2ED882EBC}" dt="2026-06-03T19:12:26.971" v="289" actId="1036"/>
          <ac:spMkLst>
            <pc:docMk/>
            <pc:sldMk cId="3983658676" sldId="256"/>
            <ac:spMk id="15" creationId="{BB6FF223-94CE-D4C2-55F8-36299FDA9D20}"/>
          </ac:spMkLst>
        </pc:spChg>
        <pc:spChg chg="del mod">
          <ac:chgData name="Thomas Larson" userId="4b3da38e10b3d877" providerId="LiveId" clId="{01E22E85-8F7F-41C5-876F-1BA2ED882EBC}" dt="2026-06-02T20:42:35.644" v="37" actId="478"/>
          <ac:spMkLst>
            <pc:docMk/>
            <pc:sldMk cId="3983658676" sldId="256"/>
            <ac:spMk id="16" creationId="{8CCC6A0C-142D-084E-E905-16955F7C3C2A}"/>
          </ac:spMkLst>
        </pc:spChg>
        <pc:spChg chg="del mod">
          <ac:chgData name="Thomas Larson" userId="4b3da38e10b3d877" providerId="LiveId" clId="{01E22E85-8F7F-41C5-876F-1BA2ED882EBC}" dt="2026-06-02T20:42:38.017" v="38" actId="478"/>
          <ac:spMkLst>
            <pc:docMk/>
            <pc:sldMk cId="3983658676" sldId="256"/>
            <ac:spMk id="17" creationId="{0BF9FD71-6EEB-6F7C-5513-8A72EA9D80C0}"/>
          </ac:spMkLst>
        </pc:spChg>
        <pc:spChg chg="del mod">
          <ac:chgData name="Thomas Larson" userId="4b3da38e10b3d877" providerId="LiveId" clId="{01E22E85-8F7F-41C5-876F-1BA2ED882EBC}" dt="2026-06-02T20:42:41.295" v="40" actId="478"/>
          <ac:spMkLst>
            <pc:docMk/>
            <pc:sldMk cId="3983658676" sldId="256"/>
            <ac:spMk id="18" creationId="{5BC4260C-4165-F212-01ED-90393F7CBC77}"/>
          </ac:spMkLst>
        </pc:spChg>
        <pc:spChg chg="del mod">
          <ac:chgData name="Thomas Larson" userId="4b3da38e10b3d877" providerId="LiveId" clId="{01E22E85-8F7F-41C5-876F-1BA2ED882EBC}" dt="2026-06-02T20:42:43.450" v="41" actId="478"/>
          <ac:spMkLst>
            <pc:docMk/>
            <pc:sldMk cId="3983658676" sldId="256"/>
            <ac:spMk id="19" creationId="{6808401A-AD8B-C7F5-EBB1-297DA7894099}"/>
          </ac:spMkLst>
        </pc:spChg>
        <pc:spChg chg="add mod">
          <ac:chgData name="Thomas Larson" userId="4b3da38e10b3d877" providerId="LiveId" clId="{01E22E85-8F7F-41C5-876F-1BA2ED882EBC}" dt="2026-06-03T19:21:50.080" v="491" actId="14100"/>
          <ac:spMkLst>
            <pc:docMk/>
            <pc:sldMk cId="3983658676" sldId="256"/>
            <ac:spMk id="19" creationId="{E86FADA8-5F0D-6430-9DEA-5CFE327DFA45}"/>
          </ac:spMkLst>
        </pc:spChg>
        <pc:spChg chg="del mod">
          <ac:chgData name="Thomas Larson" userId="4b3da38e10b3d877" providerId="LiveId" clId="{01E22E85-8F7F-41C5-876F-1BA2ED882EBC}" dt="2026-06-02T20:42:46.598" v="42" actId="478"/>
          <ac:spMkLst>
            <pc:docMk/>
            <pc:sldMk cId="3983658676" sldId="256"/>
            <ac:spMk id="20" creationId="{73B4C161-B8C1-7A7E-12DE-6774139A1B51}"/>
          </ac:spMkLst>
        </pc:spChg>
        <pc:spChg chg="add mod">
          <ac:chgData name="Thomas Larson" userId="4b3da38e10b3d877" providerId="LiveId" clId="{01E22E85-8F7F-41C5-876F-1BA2ED882EBC}" dt="2026-06-03T20:17:15.005" v="2295" actId="1076"/>
          <ac:spMkLst>
            <pc:docMk/>
            <pc:sldMk cId="3983658676" sldId="256"/>
            <ac:spMk id="20" creationId="{B4AA946F-CAC8-C29A-AFFC-C491B39769DC}"/>
          </ac:spMkLst>
        </pc:spChg>
        <pc:spChg chg="add mod">
          <ac:chgData name="Thomas Larson" userId="4b3da38e10b3d877" providerId="LiveId" clId="{01E22E85-8F7F-41C5-876F-1BA2ED882EBC}" dt="2026-06-03T20:17:59.735" v="2309" actId="1036"/>
          <ac:spMkLst>
            <pc:docMk/>
            <pc:sldMk cId="3983658676" sldId="256"/>
            <ac:spMk id="21" creationId="{529EC1DF-2F9F-FC3F-7705-3ADA3665BE39}"/>
          </ac:spMkLst>
        </pc:spChg>
        <pc:spChg chg="del mod">
          <ac:chgData name="Thomas Larson" userId="4b3da38e10b3d877" providerId="LiveId" clId="{01E22E85-8F7F-41C5-876F-1BA2ED882EBC}" dt="2026-06-02T20:42:49.172" v="43" actId="478"/>
          <ac:spMkLst>
            <pc:docMk/>
            <pc:sldMk cId="3983658676" sldId="256"/>
            <ac:spMk id="21" creationId="{F89E400F-C1C8-75B3-AEFA-96DE2458D7FF}"/>
          </ac:spMkLst>
        </pc:spChg>
        <pc:spChg chg="add mod">
          <ac:chgData name="Thomas Larson" userId="4b3da38e10b3d877" providerId="LiveId" clId="{01E22E85-8F7F-41C5-876F-1BA2ED882EBC}" dt="2026-06-03T19:23:48.202" v="511" actId="20577"/>
          <ac:spMkLst>
            <pc:docMk/>
            <pc:sldMk cId="3983658676" sldId="256"/>
            <ac:spMk id="22" creationId="{38EDF38A-DD57-A8A3-B03D-C9F1CFCB50E6}"/>
          </ac:spMkLst>
        </pc:spChg>
        <pc:spChg chg="del mod">
          <ac:chgData name="Thomas Larson" userId="4b3da38e10b3d877" providerId="LiveId" clId="{01E22E85-8F7F-41C5-876F-1BA2ED882EBC}" dt="2026-06-02T20:42:51.419" v="44" actId="478"/>
          <ac:spMkLst>
            <pc:docMk/>
            <pc:sldMk cId="3983658676" sldId="256"/>
            <ac:spMk id="22" creationId="{7219D013-0384-3BFA-DFA7-998F36754343}"/>
          </ac:spMkLst>
        </pc:spChg>
        <pc:spChg chg="add del mod">
          <ac:chgData name="Thomas Larson" userId="4b3da38e10b3d877" providerId="LiveId" clId="{01E22E85-8F7F-41C5-876F-1BA2ED882EBC}" dt="2026-06-03T19:10:45.495" v="225" actId="478"/>
          <ac:spMkLst>
            <pc:docMk/>
            <pc:sldMk cId="3983658676" sldId="256"/>
            <ac:spMk id="23" creationId="{63F85229-3FDC-C568-3C49-A83FBB413CDC}"/>
          </ac:spMkLst>
        </pc:spChg>
        <pc:spChg chg="del mod">
          <ac:chgData name="Thomas Larson" userId="4b3da38e10b3d877" providerId="LiveId" clId="{01E22E85-8F7F-41C5-876F-1BA2ED882EBC}" dt="2026-06-03T19:10:20.259" v="219" actId="478"/>
          <ac:spMkLst>
            <pc:docMk/>
            <pc:sldMk cId="3983658676" sldId="256"/>
            <ac:spMk id="24" creationId="{426E4A60-8B33-F1EC-D3F5-DC86DC8C7D18}"/>
          </ac:spMkLst>
        </pc:spChg>
        <pc:spChg chg="mod">
          <ac:chgData name="Thomas Larson" userId="4b3da38e10b3d877" providerId="LiveId" clId="{01E22E85-8F7F-41C5-876F-1BA2ED882EBC}" dt="2026-06-03T20:10:25.632" v="1115" actId="14100"/>
          <ac:spMkLst>
            <pc:docMk/>
            <pc:sldMk cId="3983658676" sldId="256"/>
            <ac:spMk id="25" creationId="{C3B6695D-CAF6-431B-1AEB-E193C037B952}"/>
          </ac:spMkLst>
        </pc:spChg>
        <pc:spChg chg="del mod">
          <ac:chgData name="Thomas Larson" userId="4b3da38e10b3d877" providerId="LiveId" clId="{01E22E85-8F7F-41C5-876F-1BA2ED882EBC}" dt="2026-06-03T19:10:18.577" v="218" actId="478"/>
          <ac:spMkLst>
            <pc:docMk/>
            <pc:sldMk cId="3983658676" sldId="256"/>
            <ac:spMk id="26" creationId="{DBF9D890-9A99-F0F9-CCEA-1A63A69E861A}"/>
          </ac:spMkLst>
        </pc:spChg>
        <pc:spChg chg="del mod">
          <ac:chgData name="Thomas Larson" userId="4b3da38e10b3d877" providerId="LiveId" clId="{01E22E85-8F7F-41C5-876F-1BA2ED882EBC}" dt="2026-06-03T19:10:17.600" v="217" actId="478"/>
          <ac:spMkLst>
            <pc:docMk/>
            <pc:sldMk cId="3983658676" sldId="256"/>
            <ac:spMk id="27" creationId="{A486AE9C-61AF-83AC-7010-64564EAEEA8C}"/>
          </ac:spMkLst>
        </pc:spChg>
        <pc:spChg chg="del mod">
          <ac:chgData name="Thomas Larson" userId="4b3da38e10b3d877" providerId="LiveId" clId="{01E22E85-8F7F-41C5-876F-1BA2ED882EBC}" dt="2026-06-03T19:10:16.267" v="216" actId="478"/>
          <ac:spMkLst>
            <pc:docMk/>
            <pc:sldMk cId="3983658676" sldId="256"/>
            <ac:spMk id="28" creationId="{151DC3AD-A679-CEE5-17C8-8FDB6125F113}"/>
          </ac:spMkLst>
        </pc:spChg>
        <pc:spChg chg="del mod">
          <ac:chgData name="Thomas Larson" userId="4b3da38e10b3d877" providerId="LiveId" clId="{01E22E85-8F7F-41C5-876F-1BA2ED882EBC}" dt="2026-06-03T19:10:22.681" v="220" actId="478"/>
          <ac:spMkLst>
            <pc:docMk/>
            <pc:sldMk cId="3983658676" sldId="256"/>
            <ac:spMk id="29" creationId="{D861D313-6BD6-8DFD-315B-2F24D2D4A496}"/>
          </ac:spMkLst>
        </pc:spChg>
        <pc:spChg chg="del mod">
          <ac:chgData name="Thomas Larson" userId="4b3da38e10b3d877" providerId="LiveId" clId="{01E22E85-8F7F-41C5-876F-1BA2ED882EBC}" dt="2026-06-03T19:10:13.861" v="215" actId="478"/>
          <ac:spMkLst>
            <pc:docMk/>
            <pc:sldMk cId="3983658676" sldId="256"/>
            <ac:spMk id="30" creationId="{77C57525-3B5A-DD56-396F-53C845B101E0}"/>
          </ac:spMkLst>
        </pc:spChg>
        <pc:spChg chg="del mod">
          <ac:chgData name="Thomas Larson" userId="4b3da38e10b3d877" providerId="LiveId" clId="{01E22E85-8F7F-41C5-876F-1BA2ED882EBC}" dt="2026-06-03T19:10:10.948" v="214" actId="478"/>
          <ac:spMkLst>
            <pc:docMk/>
            <pc:sldMk cId="3983658676" sldId="256"/>
            <ac:spMk id="31" creationId="{056E66AB-1F12-5363-DF25-41CCD207D91E}"/>
          </ac:spMkLst>
        </pc:spChg>
        <pc:spChg chg="mod">
          <ac:chgData name="Thomas Larson" userId="4b3da38e10b3d877" providerId="LiveId" clId="{01E22E85-8F7F-41C5-876F-1BA2ED882EBC}" dt="2026-06-03T19:51:10.050" v="1101" actId="404"/>
          <ac:spMkLst>
            <pc:docMk/>
            <pc:sldMk cId="3983658676" sldId="256"/>
            <ac:spMk id="32" creationId="{AB2111DE-DC7B-C550-2710-7DF910FAE6FA}"/>
          </ac:spMkLst>
        </pc:spChg>
        <pc:spChg chg="add del mod">
          <ac:chgData name="Thomas Larson" userId="4b3da38e10b3d877" providerId="LiveId" clId="{01E22E85-8F7F-41C5-876F-1BA2ED882EBC}" dt="2026-06-03T19:10:51.688" v="229" actId="478"/>
          <ac:spMkLst>
            <pc:docMk/>
            <pc:sldMk cId="3983658676" sldId="256"/>
            <ac:spMk id="33" creationId="{D076E579-FAB1-D869-A99E-F06883BBFCB7}"/>
          </ac:spMkLst>
        </pc:spChg>
        <pc:spChg chg="add del mod">
          <ac:chgData name="Thomas Larson" userId="4b3da38e10b3d877" providerId="LiveId" clId="{01E22E85-8F7F-41C5-876F-1BA2ED882EBC}" dt="2026-06-03T19:10:49.175" v="227" actId="478"/>
          <ac:spMkLst>
            <pc:docMk/>
            <pc:sldMk cId="3983658676" sldId="256"/>
            <ac:spMk id="34" creationId="{146BCFA0-22FD-0EB0-300C-D097129CCC09}"/>
          </ac:spMkLst>
        </pc:spChg>
        <pc:spChg chg="add del mod">
          <ac:chgData name="Thomas Larson" userId="4b3da38e10b3d877" providerId="LiveId" clId="{01E22E85-8F7F-41C5-876F-1BA2ED882EBC}" dt="2026-06-03T19:10:53.337" v="230" actId="478"/>
          <ac:spMkLst>
            <pc:docMk/>
            <pc:sldMk cId="3983658676" sldId="256"/>
            <ac:spMk id="35" creationId="{F7A2A110-8179-D04F-43AE-1696ACCDF87E}"/>
          </ac:spMkLst>
        </pc:spChg>
        <pc:spChg chg="add del mod">
          <ac:chgData name="Thomas Larson" userId="4b3da38e10b3d877" providerId="LiveId" clId="{01E22E85-8F7F-41C5-876F-1BA2ED882EBC}" dt="2026-06-03T19:10:56.377" v="231" actId="478"/>
          <ac:spMkLst>
            <pc:docMk/>
            <pc:sldMk cId="3983658676" sldId="256"/>
            <ac:spMk id="36" creationId="{92B147D3-0E06-8DBE-B204-E6D8CB0DD8DF}"/>
          </ac:spMkLst>
        </pc:spChg>
        <pc:spChg chg="add del mod">
          <ac:chgData name="Thomas Larson" userId="4b3da38e10b3d877" providerId="LiveId" clId="{01E22E85-8F7F-41C5-876F-1BA2ED882EBC}" dt="2026-06-03T19:11:02.763" v="238" actId="478"/>
          <ac:spMkLst>
            <pc:docMk/>
            <pc:sldMk cId="3983658676" sldId="256"/>
            <ac:spMk id="37" creationId="{7DDFA011-36F7-315E-EFF9-8801D64855D8}"/>
          </ac:spMkLst>
        </pc:spChg>
        <pc:spChg chg="add mod">
          <ac:chgData name="Thomas Larson" userId="4b3da38e10b3d877" providerId="LiveId" clId="{01E22E85-8F7F-41C5-876F-1BA2ED882EBC}" dt="2026-06-03T19:24:59.977" v="515" actId="20577"/>
          <ac:spMkLst>
            <pc:docMk/>
            <pc:sldMk cId="3983658676" sldId="256"/>
            <ac:spMk id="38" creationId="{3DD98D9C-C823-7742-2F11-ECF44DBAF761}"/>
          </ac:spMkLst>
        </pc:spChg>
        <pc:spChg chg="add mod">
          <ac:chgData name="Thomas Larson" userId="4b3da38e10b3d877" providerId="LiveId" clId="{01E22E85-8F7F-41C5-876F-1BA2ED882EBC}" dt="2026-06-03T20:18:08.448" v="2320" actId="1036"/>
          <ac:spMkLst>
            <pc:docMk/>
            <pc:sldMk cId="3983658676" sldId="256"/>
            <ac:spMk id="39" creationId="{C4AC2DA7-D6D9-A61F-94F8-CEE3E1DC27CE}"/>
          </ac:spMkLst>
        </pc:spChg>
        <pc:spChg chg="add mod">
          <ac:chgData name="Thomas Larson" userId="4b3da38e10b3d877" providerId="LiveId" clId="{01E22E85-8F7F-41C5-876F-1BA2ED882EBC}" dt="2026-06-03T19:25:26.383" v="523" actId="20577"/>
          <ac:spMkLst>
            <pc:docMk/>
            <pc:sldMk cId="3983658676" sldId="256"/>
            <ac:spMk id="40" creationId="{6109BCC0-FFA6-57CE-4A13-B8BA7439550C}"/>
          </ac:spMkLst>
        </pc:spChg>
        <pc:spChg chg="add mod">
          <ac:chgData name="Thomas Larson" userId="4b3da38e10b3d877" providerId="LiveId" clId="{01E22E85-8F7F-41C5-876F-1BA2ED882EBC}" dt="2026-06-03T19:25:38.919" v="527" actId="20577"/>
          <ac:spMkLst>
            <pc:docMk/>
            <pc:sldMk cId="3983658676" sldId="256"/>
            <ac:spMk id="41" creationId="{D603EA91-5828-58B9-D0BF-29531927EAA7}"/>
          </ac:spMkLst>
        </pc:spChg>
        <pc:spChg chg="add del mod">
          <ac:chgData name="Thomas Larson" userId="4b3da38e10b3d877" providerId="LiveId" clId="{01E22E85-8F7F-41C5-876F-1BA2ED882EBC}" dt="2026-06-03T19:39:00.029" v="628" actId="478"/>
          <ac:spMkLst>
            <pc:docMk/>
            <pc:sldMk cId="3983658676" sldId="256"/>
            <ac:spMk id="42" creationId="{80D49562-4AD3-F9E5-5B8B-303B28E8E7C6}"/>
          </ac:spMkLst>
        </pc:spChg>
        <pc:spChg chg="add mod">
          <ac:chgData name="Thomas Larson" userId="4b3da38e10b3d877" providerId="LiveId" clId="{01E22E85-8F7F-41C5-876F-1BA2ED882EBC}" dt="2026-06-03T19:43:12.887" v="688" actId="1035"/>
          <ac:spMkLst>
            <pc:docMk/>
            <pc:sldMk cId="3983658676" sldId="256"/>
            <ac:spMk id="43" creationId="{4D1F1816-AC6C-C499-BAA9-C755CB1BAC09}"/>
          </ac:spMkLst>
        </pc:spChg>
        <pc:spChg chg="add mod">
          <ac:chgData name="Thomas Larson" userId="4b3da38e10b3d877" providerId="LiveId" clId="{01E22E85-8F7F-41C5-876F-1BA2ED882EBC}" dt="2026-06-03T19:43:48.714" v="721" actId="1036"/>
          <ac:spMkLst>
            <pc:docMk/>
            <pc:sldMk cId="3983658676" sldId="256"/>
            <ac:spMk id="44" creationId="{27D920B1-B8AD-E367-4EF4-AE79A86E444B}"/>
          </ac:spMkLst>
        </pc:spChg>
        <pc:spChg chg="add mod">
          <ac:chgData name="Thomas Larson" userId="4b3da38e10b3d877" providerId="LiveId" clId="{01E22E85-8F7F-41C5-876F-1BA2ED882EBC}" dt="2026-06-03T19:44:13.582" v="793" actId="1036"/>
          <ac:spMkLst>
            <pc:docMk/>
            <pc:sldMk cId="3983658676" sldId="256"/>
            <ac:spMk id="45" creationId="{51BDB1AC-0D6B-CB0D-1337-5684C2324F67}"/>
          </ac:spMkLst>
        </pc:spChg>
        <pc:spChg chg="add mod">
          <ac:chgData name="Thomas Larson" userId="4b3da38e10b3d877" providerId="LiveId" clId="{01E22E85-8F7F-41C5-876F-1BA2ED882EBC}" dt="2026-06-03T19:43:59.546" v="725" actId="1036"/>
          <ac:spMkLst>
            <pc:docMk/>
            <pc:sldMk cId="3983658676" sldId="256"/>
            <ac:spMk id="46" creationId="{EDA12390-A799-92EC-848C-4E7774D5FF8E}"/>
          </ac:spMkLst>
        </pc:spChg>
        <pc:spChg chg="add mod">
          <ac:chgData name="Thomas Larson" userId="4b3da38e10b3d877" providerId="LiveId" clId="{01E22E85-8F7F-41C5-876F-1BA2ED882EBC}" dt="2026-06-03T19:44:23.289" v="849" actId="1036"/>
          <ac:spMkLst>
            <pc:docMk/>
            <pc:sldMk cId="3983658676" sldId="256"/>
            <ac:spMk id="47" creationId="{54123180-0D09-B4D0-7D9F-0ED3FDCF54CB}"/>
          </ac:spMkLst>
        </pc:spChg>
        <pc:spChg chg="add mod">
          <ac:chgData name="Thomas Larson" userId="4b3da38e10b3d877" providerId="LiveId" clId="{01E22E85-8F7F-41C5-876F-1BA2ED882EBC}" dt="2026-06-03T19:44:35.071" v="882" actId="1035"/>
          <ac:spMkLst>
            <pc:docMk/>
            <pc:sldMk cId="3983658676" sldId="256"/>
            <ac:spMk id="48" creationId="{44081C4B-7AAB-433D-5E19-655A7DF83490}"/>
          </ac:spMkLst>
        </pc:spChg>
        <pc:spChg chg="add mod">
          <ac:chgData name="Thomas Larson" userId="4b3da38e10b3d877" providerId="LiveId" clId="{01E22E85-8F7F-41C5-876F-1BA2ED882EBC}" dt="2026-06-03T19:44:56.995" v="948" actId="1036"/>
          <ac:spMkLst>
            <pc:docMk/>
            <pc:sldMk cId="3983658676" sldId="256"/>
            <ac:spMk id="49" creationId="{10CBB796-09F8-7FA5-88A4-4901B264307E}"/>
          </ac:spMkLst>
        </pc:spChg>
        <pc:spChg chg="add mod">
          <ac:chgData name="Thomas Larson" userId="4b3da38e10b3d877" providerId="LiveId" clId="{01E22E85-8F7F-41C5-876F-1BA2ED882EBC}" dt="2026-06-03T20:18:19.645" v="2322" actId="2711"/>
          <ac:spMkLst>
            <pc:docMk/>
            <pc:sldMk cId="3983658676" sldId="256"/>
            <ac:spMk id="50" creationId="{696D7E70-D414-AB46-239E-D8B9DE143AB0}"/>
          </ac:spMkLst>
        </pc:spChg>
        <pc:spChg chg="add mod">
          <ac:chgData name="Thomas Larson" userId="4b3da38e10b3d877" providerId="LiveId" clId="{01E22E85-8F7F-41C5-876F-1BA2ED882EBC}" dt="2026-06-03T20:18:24.256" v="2323" actId="2711"/>
          <ac:spMkLst>
            <pc:docMk/>
            <pc:sldMk cId="3983658676" sldId="256"/>
            <ac:spMk id="51" creationId="{666E2669-75CC-6697-F095-FA30DC8F049C}"/>
          </ac:spMkLst>
        </pc:spChg>
        <pc:spChg chg="add mod">
          <ac:chgData name="Thomas Larson" userId="4b3da38e10b3d877" providerId="LiveId" clId="{01E22E85-8F7F-41C5-876F-1BA2ED882EBC}" dt="2026-06-03T20:18:36.098" v="2324" actId="2711"/>
          <ac:spMkLst>
            <pc:docMk/>
            <pc:sldMk cId="3983658676" sldId="256"/>
            <ac:spMk id="52" creationId="{3A8098A7-D48D-B28D-297E-67BF958DB338}"/>
          </ac:spMkLst>
        </pc:spChg>
        <pc:spChg chg="add mod">
          <ac:chgData name="Thomas Larson" userId="4b3da38e10b3d877" providerId="LiveId" clId="{01E22E85-8F7F-41C5-876F-1BA2ED882EBC}" dt="2026-06-03T20:18:41.442" v="2325" actId="2711"/>
          <ac:spMkLst>
            <pc:docMk/>
            <pc:sldMk cId="3983658676" sldId="256"/>
            <ac:spMk id="53" creationId="{5CC86327-5FF8-77CC-BEF9-F83FAA85517E}"/>
          </ac:spMkLst>
        </pc:spChg>
        <pc:spChg chg="add mod">
          <ac:chgData name="Thomas Larson" userId="4b3da38e10b3d877" providerId="LiveId" clId="{01E22E85-8F7F-41C5-876F-1BA2ED882EBC}" dt="2026-06-03T20:18:47.814" v="2326" actId="2711"/>
          <ac:spMkLst>
            <pc:docMk/>
            <pc:sldMk cId="3983658676" sldId="256"/>
            <ac:spMk id="54" creationId="{132DAB80-92B6-3C81-D895-3651454377E1}"/>
          </ac:spMkLst>
        </pc:spChg>
        <pc:spChg chg="add mod">
          <ac:chgData name="Thomas Larson" userId="4b3da38e10b3d877" providerId="LiveId" clId="{01E22E85-8F7F-41C5-876F-1BA2ED882EBC}" dt="2026-06-03T20:18:52.403" v="2327" actId="2711"/>
          <ac:spMkLst>
            <pc:docMk/>
            <pc:sldMk cId="3983658676" sldId="256"/>
            <ac:spMk id="55" creationId="{07352257-4E73-9CA2-50B1-58421D18BF37}"/>
          </ac:spMkLst>
        </pc:spChg>
        <pc:spChg chg="add mod">
          <ac:chgData name="Thomas Larson" userId="4b3da38e10b3d877" providerId="LiveId" clId="{01E22E85-8F7F-41C5-876F-1BA2ED882EBC}" dt="2026-06-03T20:18:56.742" v="2328" actId="2711"/>
          <ac:spMkLst>
            <pc:docMk/>
            <pc:sldMk cId="3983658676" sldId="256"/>
            <ac:spMk id="56" creationId="{F35C57F7-2777-F6C0-B4FD-D8B009F56AB6}"/>
          </ac:spMkLst>
        </pc:spChg>
        <pc:picChg chg="del">
          <ac:chgData name="Thomas Larson" userId="4b3da38e10b3d877" providerId="LiveId" clId="{01E22E85-8F7F-41C5-876F-1BA2ED882EBC}" dt="2026-06-03T19:08:28.417" v="186" actId="478"/>
          <ac:picMkLst>
            <pc:docMk/>
            <pc:sldMk cId="3983658676" sldId="256"/>
            <ac:picMk id="14" creationId="{E2B8EB30-524B-8B35-EE2A-0D77BC35866F}"/>
          </ac:picMkLst>
        </pc:picChg>
        <pc:picChg chg="add del mod ord">
          <ac:chgData name="Thomas Larson" userId="4b3da38e10b3d877" providerId="LiveId" clId="{01E22E85-8F7F-41C5-876F-1BA2ED882EBC}" dt="2026-06-03T19:10:47.013" v="226" actId="478"/>
          <ac:picMkLst>
            <pc:docMk/>
            <pc:sldMk cId="3983658676" sldId="256"/>
            <ac:picMk id="16" creationId="{7DB0AE63-7836-D33F-75BF-B3BF61C51B5F}"/>
          </ac:picMkLst>
        </pc:picChg>
        <pc:picChg chg="add mod ord">
          <ac:chgData name="Thomas Larson" userId="4b3da38e10b3d877" providerId="LiveId" clId="{01E22E85-8F7F-41C5-876F-1BA2ED882EBC}" dt="2026-06-03T19:41:11.290" v="642" actId="108"/>
          <ac:picMkLst>
            <pc:docMk/>
            <pc:sldMk cId="3983658676" sldId="256"/>
            <ac:picMk id="18" creationId="{92B3666A-513A-AC7F-76EE-0F7A89D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he image shows a horizontal bar chart with various levels, each with a red and white stripe, and a black figure at the top.">
            <a:extLst>
              <a:ext uri="{FF2B5EF4-FFF2-40B4-BE49-F238E27FC236}">
                <a16:creationId xmlns:a16="http://schemas.microsoft.com/office/drawing/2014/main" id="{92B3666A-513A-AC7F-76EE-0F7A89D8B1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5473385" y="210003"/>
            <a:ext cx="3665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E31E2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E31E2E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179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2026-06-01T19:55:38Z</dcterms:created>
  <dcterms:modified xsi:type="dcterms:W3CDTF">2026-06-03T20:27:06Z</dcterms:modified>
</cp:coreProperties>
</file>