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60A"/>
    <a:srgbClr val="EB6F19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ZCD&#10;&#10;AI-generated content may be incorrect.">
            <a:extLst>
              <a:ext uri="{FF2B5EF4-FFF2-40B4-BE49-F238E27FC236}">
                <a16:creationId xmlns:a16="http://schemas.microsoft.com/office/drawing/2014/main" id="{C1661BD8-4C64-EB2F-AA89-DB827230B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3978111" y="216737"/>
            <a:ext cx="5094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DC60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FDC60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AA95E-3776-A6F9-D922-590942586A35}"/>
              </a:ext>
            </a:extLst>
          </p:cNvPr>
          <p:cNvSpPr txBox="1"/>
          <p:nvPr/>
        </p:nvSpPr>
        <p:spPr>
          <a:xfrm>
            <a:off x="7722518" y="613623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{{time_9}}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956C9-6199-83A7-0DB2-E3F5A7A3CF34}"/>
              </a:ext>
            </a:extLst>
          </p:cNvPr>
          <p:cNvSpPr txBox="1"/>
          <p:nvPr/>
        </p:nvSpPr>
        <p:spPr>
          <a:xfrm>
            <a:off x="3327420" y="611206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{{name_9}}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8DC6A-F031-1519-169B-42B50AE5790C}"/>
              </a:ext>
            </a:extLst>
          </p:cNvPr>
          <p:cNvSpPr txBox="1"/>
          <p:nvPr/>
        </p:nvSpPr>
        <p:spPr>
          <a:xfrm>
            <a:off x="3330263" y="634663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{{school_9}}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115DC-3600-0119-85CF-89FA6F99D83F}"/>
              </a:ext>
            </a:extLst>
          </p:cNvPr>
          <p:cNvSpPr txBox="1"/>
          <p:nvPr/>
        </p:nvSpPr>
        <p:spPr>
          <a:xfrm>
            <a:off x="2817234" y="622355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{{rank_9}}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E5E8F681AEB549A07C7495762E48E4" ma:contentTypeVersion="9" ma:contentTypeDescription="Create a new document." ma:contentTypeScope="" ma:versionID="8e4a9c878186729abe736703dfd07459">
  <xsd:schema xmlns:xsd="http://www.w3.org/2001/XMLSchema" xmlns:xs="http://www.w3.org/2001/XMLSchema" xmlns:p="http://schemas.microsoft.com/office/2006/metadata/properties" xmlns:ns3="4d417c9d-a529-4f0c-8a69-42496fd09f17" targetNamespace="http://schemas.microsoft.com/office/2006/metadata/properties" ma:root="true" ma:fieldsID="05f5e4ec720616b682229b3b7876dc36" ns3:_="">
    <xsd:import namespace="4d417c9d-a529-4f0c-8a69-42496fd09f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17c9d-a529-4f0c-8a69-42496fd09f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C5BA52-A30A-43D5-902E-01D4ED6C0C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535567-CDA8-4453-B903-B52D90359E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417c9d-a529-4f0c-8a69-42496fd09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49D7BF-7ABB-402A-B8A4-2B016E08C44D}">
  <ds:schemaRefs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4d417c9d-a529-4f0c-8a69-42496fd09f1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indiana</Template>
  <TotalTime>0</TotalTime>
  <Words>199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2026-06-07T04:27:55Z</dcterms:created>
  <dcterms:modified xsi:type="dcterms:W3CDTF">2026-06-07T04:28:36Z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0x0101005BE5E8F681AEB549A07C7495762E48E4</vt:lpwstr>
  </property>
</Properties>
</file>