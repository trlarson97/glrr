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F19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ED447-2800-40CF-86A5-3049A912F9AF}" v="4" dt="2026-06-04T16:57: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>
        <p:scale>
          <a:sx n="62" d="100"/>
          <a:sy n="62" d="100"/>
        </p:scale>
        <p:origin x="12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custSel modSld">
      <pc:chgData name="Thomas Larson" userId="4b3da38e10b3d877" providerId="LiveId" clId="{01E22E85-8F7F-41C5-876F-1BA2ED882EBC}" dt="2026-06-04T16:58:14.124" v="609" actId="207"/>
      <pc:docMkLst>
        <pc:docMk/>
      </pc:docMkLst>
      <pc:sldChg chg="addSp delSp modSp mod">
        <pc:chgData name="Thomas Larson" userId="4b3da38e10b3d877" providerId="LiveId" clId="{01E22E85-8F7F-41C5-876F-1BA2ED882EBC}" dt="2026-06-04T16:58:14.124" v="609" actId="207"/>
        <pc:sldMkLst>
          <pc:docMk/>
          <pc:sldMk cId="3983658676" sldId="256"/>
        </pc:sldMkLst>
        <pc:spChg chg="add mod">
          <ac:chgData name="Thomas Larson" userId="4b3da38e10b3d877" providerId="LiveId" clId="{01E22E85-8F7F-41C5-876F-1BA2ED882EBC}" dt="2026-06-04T16:56:07.413" v="142" actId="1036"/>
          <ac:spMkLst>
            <pc:docMk/>
            <pc:sldMk cId="3983658676" sldId="256"/>
            <ac:spMk id="13" creationId="{3CEAA95E-3776-A6F9-D922-590942586A35}"/>
          </ac:spMkLst>
        </pc:spChg>
        <pc:spChg chg="add mod">
          <ac:chgData name="Thomas Larson" userId="4b3da38e10b3d877" providerId="LiveId" clId="{01E22E85-8F7F-41C5-876F-1BA2ED882EBC}" dt="2026-06-04T16:57:14.209" v="414" actId="20577"/>
          <ac:spMkLst>
            <pc:docMk/>
            <pc:sldMk cId="3983658676" sldId="256"/>
            <ac:spMk id="14" creationId="{2E3956C9-6199-83A7-0DB2-E3F5A7A3CF34}"/>
          </ac:spMkLst>
        </pc:spChg>
        <pc:spChg chg="add mod">
          <ac:chgData name="Thomas Larson" userId="4b3da38e10b3d877" providerId="LiveId" clId="{01E22E85-8F7F-41C5-876F-1BA2ED882EBC}" dt="2026-06-04T16:57:11.552" v="412" actId="20577"/>
          <ac:spMkLst>
            <pc:docMk/>
            <pc:sldMk cId="3983658676" sldId="256"/>
            <ac:spMk id="16" creationId="{E648DC6A-F031-1519-169B-42B50AE5790C}"/>
          </ac:spMkLst>
        </pc:spChg>
        <pc:spChg chg="add mod">
          <ac:chgData name="Thomas Larson" userId="4b3da38e10b3d877" providerId="LiveId" clId="{01E22E85-8F7F-41C5-876F-1BA2ED882EBC}" dt="2026-06-04T16:57:57.387" v="607" actId="1035"/>
          <ac:spMkLst>
            <pc:docMk/>
            <pc:sldMk cId="3983658676" sldId="256"/>
            <ac:spMk id="17" creationId="{C91115DC-3600-0119-85CF-89FA6F99D83F}"/>
          </ac:spMkLst>
        </pc:spChg>
        <pc:spChg chg="mod">
          <ac:chgData name="Thomas Larson" userId="4b3da38e10b3d877" providerId="LiveId" clId="{01E22E85-8F7F-41C5-876F-1BA2ED882EBC}" dt="2026-06-04T16:58:14.124" v="609" actId="207"/>
          <ac:spMkLst>
            <pc:docMk/>
            <pc:sldMk cId="3983658676" sldId="256"/>
            <ac:spMk id="32" creationId="{AB2111DE-DC7B-C550-2710-7DF910FAE6FA}"/>
          </ac:spMkLst>
        </pc:spChg>
        <pc:picChg chg="add mod ord">
          <ac:chgData name="Thomas Larson" userId="4b3da38e10b3d877" providerId="LiveId" clId="{01E22E85-8F7F-41C5-876F-1BA2ED882EBC}" dt="2026-06-04T16:55:09.408" v="4" actId="27614"/>
          <ac:picMkLst>
            <pc:docMk/>
            <pc:sldMk cId="3983658676" sldId="256"/>
            <ac:picMk id="12" creationId="{5B6F976F-2549-8F2A-45D4-EEE80346CDDF}"/>
          </ac:picMkLst>
        </pc:picChg>
        <pc:picChg chg="del">
          <ac:chgData name="Thomas Larson" userId="4b3da38e10b3d877" providerId="LiveId" clId="{01E22E85-8F7F-41C5-876F-1BA2ED882EBC}" dt="2026-06-04T16:54:41.402" v="0" actId="478"/>
          <ac:picMkLst>
            <pc:docMk/>
            <pc:sldMk cId="3983658676" sldId="256"/>
            <ac:picMk id="18" creationId="{92B3666A-513A-AC7F-76EE-0F7A89D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IS HIGH SC&#10;&#10;AI-generated content may be incorrect.">
            <a:extLst>
              <a:ext uri="{FF2B5EF4-FFF2-40B4-BE49-F238E27FC236}">
                <a16:creationId xmlns:a16="http://schemas.microsoft.com/office/drawing/2014/main" id="{5B6F976F-2549-8F2A-45D4-EEE80346C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4663097" y="216737"/>
            <a:ext cx="4409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B6F1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EB6F1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AA95E-3776-A6F9-D922-590942586A35}"/>
              </a:ext>
            </a:extLst>
          </p:cNvPr>
          <p:cNvSpPr txBox="1"/>
          <p:nvPr/>
        </p:nvSpPr>
        <p:spPr>
          <a:xfrm>
            <a:off x="7722518" y="613623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{{time_9}}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956C9-6199-83A7-0DB2-E3F5A7A3CF34}"/>
              </a:ext>
            </a:extLst>
          </p:cNvPr>
          <p:cNvSpPr txBox="1"/>
          <p:nvPr/>
        </p:nvSpPr>
        <p:spPr>
          <a:xfrm>
            <a:off x="3327420" y="611206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{{name_9}}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8DC6A-F031-1519-169B-42B50AE5790C}"/>
              </a:ext>
            </a:extLst>
          </p:cNvPr>
          <p:cNvSpPr txBox="1"/>
          <p:nvPr/>
        </p:nvSpPr>
        <p:spPr>
          <a:xfrm>
            <a:off x="3330263" y="634663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{{school_9}}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115DC-3600-0119-85CF-89FA6F99D83F}"/>
              </a:ext>
            </a:extLst>
          </p:cNvPr>
          <p:cNvSpPr txBox="1"/>
          <p:nvPr/>
        </p:nvSpPr>
        <p:spPr>
          <a:xfrm>
            <a:off x="2817234" y="622355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{{rank_9}}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michigan</Template>
  <TotalTime>6</TotalTime>
  <Words>199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2026-06-04T16:52:34Z</dcterms:created>
  <dcterms:modified xsi:type="dcterms:W3CDTF">2026-06-04T16:58:59Z</dcterms:modified>
</cp:coreProperties>
</file>