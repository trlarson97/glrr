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3A65D"/>
    <a:srgbClr val="0B2C62"/>
    <a:srgbClr val="FDC60A"/>
    <a:srgbClr val="EB6F19"/>
    <a:srgbClr val="E31E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9" autoAdjust="0"/>
    <p:restoredTop sz="94660"/>
  </p:normalViewPr>
  <p:slideViewPr>
    <p:cSldViewPr snapToGrid="0">
      <p:cViewPr>
        <p:scale>
          <a:sx n="60" d="100"/>
          <a:sy n="60" d="100"/>
        </p:scale>
        <p:origin x="1280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 Larson" userId="4b3da38e10b3d877" providerId="LiveId" clId="{01E22E85-8F7F-41C5-876F-1BA2ED882EBC}"/>
    <pc:docChg chg="custSel modSld">
      <pc:chgData name="Thomas Larson" userId="4b3da38e10b3d877" providerId="LiveId" clId="{01E22E85-8F7F-41C5-876F-1BA2ED882EBC}" dt="2026-06-08T03:17:43.392" v="8" actId="207"/>
      <pc:docMkLst>
        <pc:docMk/>
      </pc:docMkLst>
      <pc:sldChg chg="addSp delSp modSp mod">
        <pc:chgData name="Thomas Larson" userId="4b3da38e10b3d877" providerId="LiveId" clId="{01E22E85-8F7F-41C5-876F-1BA2ED882EBC}" dt="2026-06-08T03:17:43.392" v="8" actId="207"/>
        <pc:sldMkLst>
          <pc:docMk/>
          <pc:sldMk cId="3983658676" sldId="256"/>
        </pc:sldMkLst>
        <pc:spChg chg="mod">
          <ac:chgData name="Thomas Larson" userId="4b3da38e10b3d877" providerId="LiveId" clId="{01E22E85-8F7F-41C5-876F-1BA2ED882EBC}" dt="2026-06-08T03:17:43.392" v="8" actId="207"/>
          <ac:spMkLst>
            <pc:docMk/>
            <pc:sldMk cId="3983658676" sldId="256"/>
            <ac:spMk id="32" creationId="{AB2111DE-DC7B-C550-2710-7DF910FAE6FA}"/>
          </ac:spMkLst>
        </pc:spChg>
        <pc:picChg chg="add mod ord">
          <ac:chgData name="Thomas Larson" userId="4b3da38e10b3d877" providerId="LiveId" clId="{01E22E85-8F7F-41C5-876F-1BA2ED882EBC}" dt="2026-06-08T03:17:00.666" v="3" actId="27614"/>
          <ac:picMkLst>
            <pc:docMk/>
            <pc:sldMk cId="3983658676" sldId="256"/>
            <ac:picMk id="12" creationId="{57D459BF-92AB-634B-0C54-A0F3B5200E92}"/>
          </ac:picMkLst>
        </pc:picChg>
        <pc:picChg chg="del">
          <ac:chgData name="Thomas Larson" userId="4b3da38e10b3d877" providerId="LiveId" clId="{01E22E85-8F7F-41C5-876F-1BA2ED882EBC}" dt="2026-06-08T03:16:44.884" v="0" actId="478"/>
          <ac:picMkLst>
            <pc:docMk/>
            <pc:sldMk cId="3983658676" sldId="256"/>
            <ac:picMk id="18" creationId="{C1661BD8-4C64-EB2F-AA89-DB827230B8F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CC5E1-03E6-D45D-AB80-6442E00DEA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B2A6F8-6447-C1F4-2991-29413DEAE3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BCB93-6669-32E2-74D4-B121FDDAB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606CF-4424-8ECD-5ED9-F43D305F2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FE8E5-D919-5A82-3210-76205DEF4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208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7C7DA-AE2D-AD26-08F4-2DDFE500A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322EA-ACD4-A360-EF33-B4734F0D0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A7A29-30AD-E43E-614A-CC3C75D77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38D027-63F3-3D59-48EB-A6B25B64F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526162-EA5E-E639-8CFB-987476E50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292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45750-2195-3ACC-4A2C-C69251532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2A1C8F-F766-91F8-921C-3EB034375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62241-4990-D12A-5930-3960940A4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C1514-74A5-3F79-588A-111E8E5B0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7788D-0916-8F17-D665-97F5A155E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45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4EA57-5E6E-11DD-56FD-84E4F0977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E6BD1-FDB0-61BB-7DBA-1243C774AA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4241E-2991-8E83-0A44-8100B5210B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D40A52-F7A1-9EE8-53AC-8A1BE03D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192107-7827-3404-7700-71C8D0B4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CE607D-E02D-5634-410F-36F5BD594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971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69606-4579-5BF5-0A30-102036ECF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5D6058-EDBE-6617-B1E3-EAAE3A2A49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6E41F5-CC74-EFC4-C8C1-E6ED19B792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B72C9D-D962-0733-65E9-D2FA06BBCF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8A7B7F-F6FE-1858-A0CF-D8B57CC317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9376B0-770E-432D-2B31-6CA3B14C7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CB782A-AC4D-8ED2-FFE8-BA29BC852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CAF765-C449-6769-E658-249561728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993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11926-DB02-8A11-F723-006F956A5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2C6579-3712-0042-AE30-1B32C04A4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5D50B1-96DB-C3FD-F0AF-819629861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520D11-C7B1-82F1-3796-0DEE09DFB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743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BB5921-A9DC-B05B-0759-F699795EC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A1AE2A-DB63-539A-38D8-86CEFD961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8EF945-A210-E065-8DDB-E97312A45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720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0346B-B874-5110-E210-E1DF610A0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48C30-4D6A-6F99-C3F9-37F1DBCB0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7A29D9-EC2D-241C-1A10-59529461ED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CE587C-7288-C2F3-762A-A6463663C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5BA4EE-F6E3-2116-96CF-1665FA518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246784-A490-A9AC-647A-0A93552C9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228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AEEB1-9695-B8DA-CA86-C9B17F4D6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7DB851-D91E-7BEA-E963-5934F6101F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598428-1853-183E-4DA1-7BC17F4B3C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437DD5-1761-3F36-CC40-2680551B5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CD737B-D04C-F49E-2B5E-A25755CE7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4AE14-CF90-D8F0-51F0-9D5DEC7EB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471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69586-47A6-09DF-5BFB-1EC1B5C2B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E33AC6-1D7B-7A96-1B71-CA5FF1AD07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8A04CC-2233-F6EA-A5C0-7C86F5F28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676F2-04A9-01B4-CC50-CD3238D97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58A9D7-0346-3F05-A806-58D553F06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985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97DD10-22E7-A7DF-E1C6-7A6D6CBAAD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F67E94-E75F-F1ED-F750-291E56240B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1003A4-9988-0136-531E-B2706E579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2D185-A63E-5130-4483-B45D94B39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FF1EA9-48C0-5E7F-D5E7-3F102184A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832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924B25-CF7B-6900-B173-F3A9DAF84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5552DE-5179-66F5-4633-092C179BFC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D0A4F-FA97-0A05-E255-81F6FCB621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E7C04B-9169-4683-8A81-F1DCBE16E8B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2A559-8F7E-9B89-A2DB-0A55B34962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AFF946-79FE-8B59-2F12-9076CB126B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193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The image shows a list of MINNESO's Arts, MSHSL Athletics, State D's Rankings, and High School League, with a visual representation of a vertical bar chart or ranking system.&#10;&#10;AI-generated content may be incorrect.">
            <a:extLst>
              <a:ext uri="{FF2B5EF4-FFF2-40B4-BE49-F238E27FC236}">
                <a16:creationId xmlns:a16="http://schemas.microsoft.com/office/drawing/2014/main" id="{57D459BF-92AB-634B-0C54-A0F3B5200E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FA5EE68-54CC-1CA5-1B2D-2C2547727A55}"/>
              </a:ext>
            </a:extLst>
          </p:cNvPr>
          <p:cNvSpPr>
            <a:spLocks noChangeAspect="1"/>
          </p:cNvSpPr>
          <p:nvPr/>
        </p:nvSpPr>
        <p:spPr>
          <a:xfrm>
            <a:off x="2667000" y="0"/>
            <a:ext cx="6858000" cy="6858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6FF223-94CE-D4C2-55F8-36299FDA9D20}"/>
              </a:ext>
            </a:extLst>
          </p:cNvPr>
          <p:cNvSpPr txBox="1"/>
          <p:nvPr/>
        </p:nvSpPr>
        <p:spPr>
          <a:xfrm>
            <a:off x="3329178" y="1050799"/>
            <a:ext cx="4409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{{name_1}}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3B6695D-CAF6-431B-1AEB-E193C037B952}"/>
              </a:ext>
            </a:extLst>
          </p:cNvPr>
          <p:cNvSpPr txBox="1"/>
          <p:nvPr/>
        </p:nvSpPr>
        <p:spPr>
          <a:xfrm>
            <a:off x="7725428" y="1076271"/>
            <a:ext cx="16156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{{time_1}}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B2111DE-DC7B-C550-2710-7DF910FAE6FA}"/>
              </a:ext>
            </a:extLst>
          </p:cNvPr>
          <p:cNvSpPr txBox="1"/>
          <p:nvPr/>
        </p:nvSpPr>
        <p:spPr>
          <a:xfrm>
            <a:off x="3978111" y="216737"/>
            <a:ext cx="50948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3A65D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{{sport}} {{division}} {{meet}}</a:t>
            </a:r>
          </a:p>
          <a:p>
            <a:pPr algn="ctr"/>
            <a:r>
              <a:rPr lang="en-US" b="1" dirty="0">
                <a:solidFill>
                  <a:srgbClr val="C3A65D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 {{gender}} {{event}} {{type}}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BED295-61A5-B92B-2744-11AB0A81DFF4}"/>
              </a:ext>
            </a:extLst>
          </p:cNvPr>
          <p:cNvSpPr txBox="1"/>
          <p:nvPr/>
        </p:nvSpPr>
        <p:spPr>
          <a:xfrm>
            <a:off x="3329170" y="1281080"/>
            <a:ext cx="42908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{{school_1}}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6FADA8-5F0D-6430-9DEA-5CFE327DFA45}"/>
              </a:ext>
            </a:extLst>
          </p:cNvPr>
          <p:cNvSpPr txBox="1"/>
          <p:nvPr/>
        </p:nvSpPr>
        <p:spPr>
          <a:xfrm>
            <a:off x="2816352" y="1160502"/>
            <a:ext cx="4049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{{rank_1}}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AA946F-CAC8-C29A-AFFC-C491B39769DC}"/>
              </a:ext>
            </a:extLst>
          </p:cNvPr>
          <p:cNvSpPr txBox="1"/>
          <p:nvPr/>
        </p:nvSpPr>
        <p:spPr>
          <a:xfrm>
            <a:off x="2816350" y="1816780"/>
            <a:ext cx="4049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{{rank_2}}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29EC1DF-2F9F-FC3F-7705-3ADA3665BE39}"/>
              </a:ext>
            </a:extLst>
          </p:cNvPr>
          <p:cNvSpPr txBox="1"/>
          <p:nvPr/>
        </p:nvSpPr>
        <p:spPr>
          <a:xfrm>
            <a:off x="2816352" y="3068286"/>
            <a:ext cx="4049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{{rank_4}}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EDF38A-DD57-A8A3-B03D-C9F1CFCB50E6}"/>
              </a:ext>
            </a:extLst>
          </p:cNvPr>
          <p:cNvSpPr txBox="1"/>
          <p:nvPr/>
        </p:nvSpPr>
        <p:spPr>
          <a:xfrm>
            <a:off x="2816351" y="2444114"/>
            <a:ext cx="4049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{{rank_3}}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DD98D9C-C823-7742-2F11-ECF44DBAF761}"/>
              </a:ext>
            </a:extLst>
          </p:cNvPr>
          <p:cNvSpPr txBox="1"/>
          <p:nvPr/>
        </p:nvSpPr>
        <p:spPr>
          <a:xfrm>
            <a:off x="2816351" y="3698783"/>
            <a:ext cx="4049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{{rank_5}}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4AC2DA7-D6D9-A61F-94F8-CEE3E1DC27CE}"/>
              </a:ext>
            </a:extLst>
          </p:cNvPr>
          <p:cNvSpPr txBox="1"/>
          <p:nvPr/>
        </p:nvSpPr>
        <p:spPr>
          <a:xfrm>
            <a:off x="2816351" y="4347118"/>
            <a:ext cx="4049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{{rank_6}}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109BCC0-FFA6-57CE-4A13-B8BA7439550C}"/>
              </a:ext>
            </a:extLst>
          </p:cNvPr>
          <p:cNvSpPr txBox="1"/>
          <p:nvPr/>
        </p:nvSpPr>
        <p:spPr>
          <a:xfrm>
            <a:off x="2816351" y="4969701"/>
            <a:ext cx="4049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{{rank_7}}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603EA91-5828-58B9-D0BF-29531927EAA7}"/>
              </a:ext>
            </a:extLst>
          </p:cNvPr>
          <p:cNvSpPr txBox="1"/>
          <p:nvPr/>
        </p:nvSpPr>
        <p:spPr>
          <a:xfrm>
            <a:off x="2816350" y="5603329"/>
            <a:ext cx="4049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{{rank_8}}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D1F1816-AC6C-C499-BAA9-C755CB1BAC09}"/>
              </a:ext>
            </a:extLst>
          </p:cNvPr>
          <p:cNvSpPr txBox="1"/>
          <p:nvPr/>
        </p:nvSpPr>
        <p:spPr>
          <a:xfrm>
            <a:off x="3329170" y="1679635"/>
            <a:ext cx="4409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{{name_2}}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7D920B1-B8AD-E367-4EF4-AE79A86E444B}"/>
              </a:ext>
            </a:extLst>
          </p:cNvPr>
          <p:cNvSpPr txBox="1"/>
          <p:nvPr/>
        </p:nvSpPr>
        <p:spPr>
          <a:xfrm>
            <a:off x="3340594" y="2316766"/>
            <a:ext cx="4409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{{name_3}}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1BDB1AC-0D6B-CB0D-1337-5684C2324F67}"/>
              </a:ext>
            </a:extLst>
          </p:cNvPr>
          <p:cNvSpPr txBox="1"/>
          <p:nvPr/>
        </p:nvSpPr>
        <p:spPr>
          <a:xfrm>
            <a:off x="3325688" y="3581452"/>
            <a:ext cx="4409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{{name_5}}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DA12390-A799-92EC-848C-4E7774D5FF8E}"/>
              </a:ext>
            </a:extLst>
          </p:cNvPr>
          <p:cNvSpPr txBox="1"/>
          <p:nvPr/>
        </p:nvSpPr>
        <p:spPr>
          <a:xfrm>
            <a:off x="3329170" y="2943771"/>
            <a:ext cx="4409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{{name_4}}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4123180-0D09-B4D0-7D9F-0ED3FDCF54CB}"/>
              </a:ext>
            </a:extLst>
          </p:cNvPr>
          <p:cNvSpPr txBox="1"/>
          <p:nvPr/>
        </p:nvSpPr>
        <p:spPr>
          <a:xfrm>
            <a:off x="3327852" y="4212687"/>
            <a:ext cx="4409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{{name_6}}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4081C4B-7AAB-433D-5E19-655A7DF83490}"/>
              </a:ext>
            </a:extLst>
          </p:cNvPr>
          <p:cNvSpPr txBox="1"/>
          <p:nvPr/>
        </p:nvSpPr>
        <p:spPr>
          <a:xfrm>
            <a:off x="3333502" y="4854510"/>
            <a:ext cx="4409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{{name_7}}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0CBB796-09F8-7FA5-88A4-4901B264307E}"/>
              </a:ext>
            </a:extLst>
          </p:cNvPr>
          <p:cNvSpPr txBox="1"/>
          <p:nvPr/>
        </p:nvSpPr>
        <p:spPr>
          <a:xfrm>
            <a:off x="3327417" y="5479222"/>
            <a:ext cx="4409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{{name_8}}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96D7E70-D414-AB46-239E-D8B9DE143AB0}"/>
              </a:ext>
            </a:extLst>
          </p:cNvPr>
          <p:cNvSpPr txBox="1"/>
          <p:nvPr/>
        </p:nvSpPr>
        <p:spPr>
          <a:xfrm>
            <a:off x="3333736" y="1912315"/>
            <a:ext cx="42908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{{school_2}}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66E2669-75CC-6697-F095-FA30DC8F049C}"/>
              </a:ext>
            </a:extLst>
          </p:cNvPr>
          <p:cNvSpPr txBox="1"/>
          <p:nvPr/>
        </p:nvSpPr>
        <p:spPr>
          <a:xfrm>
            <a:off x="3333216" y="2547539"/>
            <a:ext cx="42908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{{school_3}}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A8098A7-D48D-B28D-297E-67BF958DB338}"/>
              </a:ext>
            </a:extLst>
          </p:cNvPr>
          <p:cNvSpPr txBox="1"/>
          <p:nvPr/>
        </p:nvSpPr>
        <p:spPr>
          <a:xfrm>
            <a:off x="3330260" y="3178774"/>
            <a:ext cx="42908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{{school_4}}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CC86327-5FF8-77CC-BEF9-F83FAA85517E}"/>
              </a:ext>
            </a:extLst>
          </p:cNvPr>
          <p:cNvSpPr txBox="1"/>
          <p:nvPr/>
        </p:nvSpPr>
        <p:spPr>
          <a:xfrm>
            <a:off x="3331784" y="3814916"/>
            <a:ext cx="42908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{{school_5}}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32DAB80-92B6-3C81-D895-3651454377E1}"/>
              </a:ext>
            </a:extLst>
          </p:cNvPr>
          <p:cNvSpPr txBox="1"/>
          <p:nvPr/>
        </p:nvSpPr>
        <p:spPr>
          <a:xfrm>
            <a:off x="3327974" y="4444200"/>
            <a:ext cx="42908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{{school_6}}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7352257-4E73-9CA2-50B1-58421D18BF37}"/>
              </a:ext>
            </a:extLst>
          </p:cNvPr>
          <p:cNvSpPr txBox="1"/>
          <p:nvPr/>
        </p:nvSpPr>
        <p:spPr>
          <a:xfrm>
            <a:off x="3333736" y="5087968"/>
            <a:ext cx="42908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{{school_7}}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35C57F7-2777-F6C0-B4FD-D8B009F56AB6}"/>
              </a:ext>
            </a:extLst>
          </p:cNvPr>
          <p:cNvSpPr txBox="1"/>
          <p:nvPr/>
        </p:nvSpPr>
        <p:spPr>
          <a:xfrm>
            <a:off x="3330260" y="5713796"/>
            <a:ext cx="42908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{{school_8}}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0C32BC-0CD0-2942-881F-58A8063A613A}"/>
              </a:ext>
            </a:extLst>
          </p:cNvPr>
          <p:cNvSpPr txBox="1"/>
          <p:nvPr/>
        </p:nvSpPr>
        <p:spPr>
          <a:xfrm>
            <a:off x="7725125" y="1709828"/>
            <a:ext cx="16156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{{time_2}}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C63D69-3F9D-AD67-864E-5862765E896A}"/>
              </a:ext>
            </a:extLst>
          </p:cNvPr>
          <p:cNvSpPr txBox="1"/>
          <p:nvPr/>
        </p:nvSpPr>
        <p:spPr>
          <a:xfrm>
            <a:off x="7724819" y="2341617"/>
            <a:ext cx="16156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{{time_3}}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B64D6B-418B-C5B3-FC67-26B172B60E83}"/>
              </a:ext>
            </a:extLst>
          </p:cNvPr>
          <p:cNvSpPr txBox="1"/>
          <p:nvPr/>
        </p:nvSpPr>
        <p:spPr>
          <a:xfrm>
            <a:off x="7724519" y="2976959"/>
            <a:ext cx="16156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{{time_4}}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38C77B-F95F-E847-DE9B-B8F523282801}"/>
              </a:ext>
            </a:extLst>
          </p:cNvPr>
          <p:cNvSpPr txBox="1"/>
          <p:nvPr/>
        </p:nvSpPr>
        <p:spPr>
          <a:xfrm>
            <a:off x="7724213" y="3608751"/>
            <a:ext cx="16156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{{time_5}}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EF1DF4-45C6-D787-88E5-8566CB809ABD}"/>
              </a:ext>
            </a:extLst>
          </p:cNvPr>
          <p:cNvSpPr txBox="1"/>
          <p:nvPr/>
        </p:nvSpPr>
        <p:spPr>
          <a:xfrm>
            <a:off x="7723919" y="4238770"/>
            <a:ext cx="16156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{{time_6}}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863AD8-EE84-C5D3-C1F1-29312D26EEBC}"/>
              </a:ext>
            </a:extLst>
          </p:cNvPr>
          <p:cNvSpPr txBox="1"/>
          <p:nvPr/>
        </p:nvSpPr>
        <p:spPr>
          <a:xfrm>
            <a:off x="7723620" y="4875892"/>
            <a:ext cx="16156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{{time_7}}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B40284-2E4F-CF52-7F54-BFA626192657}"/>
              </a:ext>
            </a:extLst>
          </p:cNvPr>
          <p:cNvSpPr txBox="1"/>
          <p:nvPr/>
        </p:nvSpPr>
        <p:spPr>
          <a:xfrm>
            <a:off x="7723324" y="5511226"/>
            <a:ext cx="16156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{{time_8}}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EAA95E-3776-A6F9-D922-590942586A35}"/>
              </a:ext>
            </a:extLst>
          </p:cNvPr>
          <p:cNvSpPr txBox="1"/>
          <p:nvPr/>
        </p:nvSpPr>
        <p:spPr>
          <a:xfrm>
            <a:off x="7722518" y="6136231"/>
            <a:ext cx="16156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{{time_9}}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3956C9-6199-83A7-0DB2-E3F5A7A3CF34}"/>
              </a:ext>
            </a:extLst>
          </p:cNvPr>
          <p:cNvSpPr txBox="1"/>
          <p:nvPr/>
        </p:nvSpPr>
        <p:spPr>
          <a:xfrm>
            <a:off x="3327420" y="6112069"/>
            <a:ext cx="4409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{{name_9}}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48DC6A-F031-1519-169B-42B50AE5790C}"/>
              </a:ext>
            </a:extLst>
          </p:cNvPr>
          <p:cNvSpPr txBox="1"/>
          <p:nvPr/>
        </p:nvSpPr>
        <p:spPr>
          <a:xfrm>
            <a:off x="3330263" y="6346638"/>
            <a:ext cx="42908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{{school_9}}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1115DC-3600-0119-85CF-89FA6F99D83F}"/>
              </a:ext>
            </a:extLst>
          </p:cNvPr>
          <p:cNvSpPr txBox="1"/>
          <p:nvPr/>
        </p:nvSpPr>
        <p:spPr>
          <a:xfrm>
            <a:off x="2817234" y="6223554"/>
            <a:ext cx="4049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{{rank_9}}</a:t>
            </a:r>
          </a:p>
        </p:txBody>
      </p:sp>
    </p:spTree>
    <p:extLst>
      <p:ext uri="{BB962C8B-B14F-4D97-AF65-F5344CB8AC3E}">
        <p14:creationId xmlns:p14="http://schemas.microsoft.com/office/powerpoint/2010/main" val="3983658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BE5E8F681AEB549A07C7495762E48E4" ma:contentTypeVersion="9" ma:contentTypeDescription="Create a new document." ma:contentTypeScope="" ma:versionID="8e4a9c878186729abe736703dfd07459">
  <xsd:schema xmlns:xsd="http://www.w3.org/2001/XMLSchema" xmlns:xs="http://www.w3.org/2001/XMLSchema" xmlns:p="http://schemas.microsoft.com/office/2006/metadata/properties" xmlns:ns3="4d417c9d-a529-4f0c-8a69-42496fd09f17" targetNamespace="http://schemas.microsoft.com/office/2006/metadata/properties" ma:root="true" ma:fieldsID="05f5e4ec720616b682229b3b7876dc36" ns3:_="">
    <xsd:import namespace="4d417c9d-a529-4f0c-8a69-42496fd09f1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417c9d-a529-4f0c-8a69-42496fd09f1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13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2C5BA52-A30A-43D5-902E-01D4ED6C0CB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949D7BF-7ABB-402A-B8A4-2B016E08C44D}">
  <ds:schemaRefs>
    <ds:schemaRef ds:uri="http://schemas.openxmlformats.org/package/2006/metadata/core-properties"/>
    <ds:schemaRef ds:uri="http://purl.org/dc/terms/"/>
    <ds:schemaRef ds:uri="http://purl.org/dc/elements/1.1/"/>
    <ds:schemaRef ds:uri="http://www.w3.org/XML/1998/namespace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microsoft.com/office/2006/metadata/properties"/>
    <ds:schemaRef ds:uri="4d417c9d-a529-4f0c-8a69-42496fd09f17"/>
  </ds:schemaRefs>
</ds:datastoreItem>
</file>

<file path=customXml/itemProps3.xml><?xml version="1.0" encoding="utf-8"?>
<ds:datastoreItem xmlns:ds="http://schemas.openxmlformats.org/officeDocument/2006/customXml" ds:itemID="{78535567-CDA8-4453-B903-B52D90359EE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d417c9d-a529-4f0c-8a69-42496fd09f1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indiana</Template>
  <TotalTime>1</TotalTime>
  <Words>199</Words>
  <Application>Microsoft Office PowerPoint</Application>
  <PresentationFormat>Widescreen</PresentationFormat>
  <Paragraphs>38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Segoe UI</vt:lpstr>
      <vt:lpstr>Segoe UI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Larson, Thomas R</dc:creator>
  <cp:lastModifiedBy>Larson, Thomas R</cp:lastModifiedBy>
  <cp:revision>1</cp:revision>
  <dcterms:created xsi:type="dcterms:W3CDTF">2026-06-08T03:16:25Z</dcterms:created>
  <dcterms:modified xsi:type="dcterms:W3CDTF">2026-06-08T03:17:52Z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0x0101005BE5E8F681AEB549A07C7495762E48E4</vt:lpwstr>
  </property>
</Properties>
</file>